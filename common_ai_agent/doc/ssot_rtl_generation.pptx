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4572000"/>
            <a:ext cx="4480560" cy="82296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SSOT → RTL 생성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C6DE"/>
                </a:solidFill>
                <a:latin typeface="Calibri"/>
              </a:rPr>
              <a:t>ATLAS AI 설계 파이프라인 — 명세(SSOT)에서 합성가능 RTL까지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BC"/>
                </a:solidFill>
                <a:latin typeface="Calibri"/>
              </a:rPr>
              <a:t>LLM 워커 디스패치 · 아티펙트 검증 게이트 · 상태 머신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전체 파이프라인 안에서의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Calibri"/>
              </a:rPr>
              <a:t>하나의 IP는 명세에서 검증까지 단계형 파이프라인을 거칩니다. 본 문서는 첫 두 스테이지를 다룹니다.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234440" cy="566928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SSOT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55648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66543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3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FL-model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19272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CL-model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82896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93792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Equiv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46519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57416" y="2286000"/>
            <a:ext cx="1234440" cy="56692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RTL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10144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73767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84663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3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TB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137391" y="2468880"/>
            <a:ext cx="292608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48288" y="2286000"/>
            <a:ext cx="123444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48288" y="2286000"/>
            <a:ext cx="1234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213D"/>
                </a:solidFill>
                <a:latin typeface="Calibri"/>
              </a:rPr>
              <a:t>▲ 이 문서의 초점: SSOT(명세 생성) · RTL(합성가능 코드 생성)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40480"/>
            <a:ext cx="5486400" cy="23317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840480"/>
            <a:ext cx="109728" cy="233172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0690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9E8A"/>
                </a:solidFill>
                <a:latin typeface="Calibri"/>
              </a:rPr>
              <a:t>SSOT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Single Source of Truth — 설계의 단일 진실 명세.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구조화된 YAML (20개 섹션: io_list, function_model,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registers, fsm, timing, cdc ...)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→ 이후 모든 생성·검증의 기준점.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840480"/>
            <a:ext cx="5349240" cy="23317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840480"/>
            <a:ext cx="109728" cy="2331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06908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08A1E"/>
                </a:solidFill>
                <a:latin typeface="Calibri"/>
              </a:rPr>
              <a:t>RTL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SSOT를 입력으로 SystemVerilog 구현 생성.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rtl/&lt;ip&gt;.sv + list/&lt;ip&gt;.f 산출, 컴파일·게이트 검증.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→ lint/tb/sim 등 하탄 스테이지의 입력.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79E8A"/>
                </a:solidFill>
                <a:latin typeface="Calibri"/>
              </a:rPr>
              <a:t>STAGE 1 — SSOT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SSOT 생성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97480" cy="50292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create_ip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scaffold 초기화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yaml/&lt;ip&gt;.ssot.yaml
(type: draft, TBD ...)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1296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1296" y="1554480"/>
            <a:ext cx="2697480" cy="50292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ssot-gen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LLM이 명세 작성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draft → 실제 명세
(top_module, io, model...)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27064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1554480"/>
            <a:ext cx="2697480" cy="5029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check_ssot_disk.sh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스키마·계약 검증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35440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8048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554480"/>
            <a:ext cx="2697480" cy="50292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pipeline state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ssot = passed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49039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213D"/>
                </a:solidFill>
                <a:latin typeface="Calibri"/>
              </a:rPr>
              <a:t>핵심: create_ip이 먼저 TBD scaffold를 심고, ssot-gen이 그걸 실제 명세로 덮어씁니다.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1219688" cy="17830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⚠  scaffold vs 실제 SSOT 구분 (검증 포인트)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scaffold: type: draft + 다수의 TBD  →  아직 생성 안 됨 (파일 존재≠완료)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실제 SSOT: draft 마커 제거 + function_model 존재 + TBD 극소  →  passed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•  실측: 실제 ssot-gen 1회 ≈ 수 분 (워커 LLM 추론 시간이 지배적)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79E8A"/>
                </a:solidFill>
                <a:latin typeface="Calibri"/>
              </a:rPr>
              <a:t>STAGE 1 — SSOT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SSOT 구조 — 20개 섹션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Calibri"/>
              </a:rPr>
              <a:t>yaml/&lt;ip&gt;.ssot.yaml 은 설계의 모든 면을 구조화해 담습니다. 주요 섹션: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724912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724912" cy="45720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4048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top_module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sub_modules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decomposition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rtl_contract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920240"/>
            <a:ext cx="2724912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6704" y="1920240"/>
            <a:ext cx="2724912" cy="4572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4767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인터페이스·동작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560320"/>
            <a:ext cx="24048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io_list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features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dataflow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function_model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cycle_model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20240"/>
            <a:ext cx="2724912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0488" y="1920240"/>
            <a:ext cx="2724912" cy="45720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7" y="194767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클럭·상태·자원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4048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clock_reset_domains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cdc / rdc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registers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memory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interrupts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1920240"/>
            <a:ext cx="2724912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4272" y="1920240"/>
            <a:ext cx="2724912" cy="45720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1947672"/>
            <a:ext cx="25420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구현 제약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1" y="2560320"/>
            <a:ext cx="24048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fsm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timing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power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Calibri"/>
              </a:rPr>
              <a:t>•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08A1E"/>
                </a:solidFill>
                <a:latin typeface="Calibri"/>
              </a:rPr>
              <a:t>STAGE 2 — RTL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RTL 생성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97480" cy="50292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입력: SSOT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passed 명세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function_model /
io_list / rtl_contract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1296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1296" y="1554480"/>
            <a:ext cx="2697480" cy="50292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rtl-gen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LLM이 SV 작성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rtl/&lt;ip&gt;.sv
list/&lt;ip&gt;.f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27064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1554480"/>
            <a:ext cx="2697480" cy="5029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compile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rtl_compile.json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compile_rc == 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35440" y="2377440"/>
            <a:ext cx="274320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8048" y="1554480"/>
            <a:ext cx="269748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554480"/>
            <a:ext cx="2697480" cy="50292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1591056"/>
            <a:ext cx="2478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430"/>
                </a:solidFill>
                <a:latin typeface="Calibri"/>
              </a:rPr>
              <a:t>ssot-rtl.json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placeholder 없음
+ gate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49039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13D"/>
                </a:solidFill>
                <a:latin typeface="Calibri"/>
              </a:rPr>
              <a:t>산출물: rtl/&lt;ip&gt;.sv (구현) + list/&lt;ip&gt;.f (파일리스트) + rtl_compile.json (컴파일 결과)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1219688" cy="17830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⚠  RTL 게이트 판정 (실제 검증 로직)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placeholder 체크: rtl/*.sv 에 TBD/TODO/PLACEHOLDER/stub 있으면 fail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verdict 증거 있을 때만 판정: rtl_compile.json 또는 logs/stage_engine/ssot-rtl.json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•  생성 전 scaffold(placeholder + list.f)는 'failed'가 아니라 'locked/idle' ← 수정 반영됨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어떻게 구동되는가 — 조율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Calibri"/>
              </a:rPr>
              <a:t>Orchestrator는 직접 만들지 않고 조율합니다. 실제 생성은 worker가 수행.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46888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read_pipeline_state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현황 읽기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834640"/>
            <a:ext cx="256032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2240280"/>
            <a:ext cx="246888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42316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dispatch_workflow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worker에 ssot/rtl 시키기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25312" y="2834640"/>
            <a:ext cx="256032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2240280"/>
            <a:ext cx="246888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242316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yield_run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job 완료·유저까지 park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50224" y="2834640"/>
            <a:ext cx="256032" cy="20116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6256" y="2240280"/>
            <a:ext cx="246888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242316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6372"/>
                </a:solidFill>
                <a:latin typeface="Calibri"/>
              </a:rPr>
              <a:t>(wake)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worker가 벨 → 재개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0698480" cy="182880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10149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213D"/>
                </a:solidFill>
                <a:latin typeface="Calibri"/>
              </a:rPr>
              <a:t>worker(ssot-gen / rtl-gen) = 실제 일꾼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worker가 LLM으로 명세·코드 생성 → 디스크에 산출물 기록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430"/>
                </a:solidFill>
                <a:latin typeface="Calibri"/>
              </a:rPr>
              <a:t>•  완료 시 jobs API가 notify_job_complete → park된 orchestrator 깨움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Calibri"/>
              </a:rPr>
              <a:t>•  상태는 read_pipeline_state가 DB(도는 job) + 디스크 산출물을 합쳐서 판정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상태 판정 — pipeline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Calibri"/>
              </a:rPr>
              <a:t>GET /api/pipeline/state 가 각 스테이지의 상태를 돌려줍니다 (DB 우선, 파일 폴백).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46304" cy="10058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B6372"/>
                </a:solidFill>
                <a:latin typeface="Calibri"/>
              </a:rPr>
              <a:t>idle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안 돌음 · 의존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146304" cy="10058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B6372"/>
                </a:solidFill>
                <a:latin typeface="Calibri"/>
              </a:rPr>
              <a:t>locked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상위 stage 미통과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11680"/>
            <a:ext cx="146304" cy="10058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ready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의존 충족, 실행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146304" cy="100584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8A1E"/>
                </a:solidFill>
                <a:latin typeface="Calibri"/>
              </a:rPr>
              <a:t>running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worker 동작 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29184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291840"/>
            <a:ext cx="146304" cy="100584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3832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9E8A"/>
                </a:solidFill>
                <a:latin typeface="Calibri"/>
              </a:rPr>
              <a:t>passed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게이트 통과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56616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291840"/>
            <a:ext cx="146304" cy="100584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A2B"/>
                </a:solidFill>
                <a:latin typeface="Calibri"/>
              </a:rPr>
              <a:t>failed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검증 실패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74920"/>
            <a:ext cx="11219688" cy="105156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13D"/>
                </a:solidFill>
                <a:latin typeface="Calibri"/>
              </a:rPr>
              <a:t>→ SSOT/RTL 생성이 끝나면 해당 stage가 running → passed 로 전환.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   단, 산출물은 일찍 완성되어도 검증 꼬리(느린 모델) 때문에 passed 전환이 지연될 수 있음.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5212080" cy="54864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79E8A"/>
                </a:solidFill>
                <a:latin typeface="Calibri"/>
              </a:rPr>
              <a:t>SSOT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4708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create_ip(scaffold) → ssot-gen(LLM) → validator →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FB2D0"/>
                </a:solidFill>
                <a:latin typeface="Calibri"/>
              </a:rPr>
              <a:t>yaml/&lt;ip&gt;.ssot.yaml, 20개 섹션, draft≠실제 구분이 핵심.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RTL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0720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SSOT → rtl-gen(LLM) → rtl/&lt;ip&gt;.sv + compile + gate → passed.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4612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FB2D0"/>
                </a:solidFill>
                <a:latin typeface="Calibri"/>
              </a:rPr>
              <a:t>placeholder·verdict 기반 게이트로 진짜 생성만 통과.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67327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orchestrator: read→dispatch→yield. worker가 실제 생성.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FB2D0"/>
                </a:solidFill>
                <a:latin typeface="Calibri"/>
              </a:rPr>
              <a:t>상태는 pipeline state(idle/running/passed/failed)로 가시화.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80A4"/>
                </a:solidFill>
                <a:latin typeface="Calibri"/>
              </a:rPr>
              <a:t>ATLAS · SSOT → RTL generation · grounded in src/atlas_api_jobs.py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