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세미나의 진짜 주제는 Cursor 사용법이지만, 그 전에 "왜 이렇게 써야 하나"를 먼저.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AI에게 RTL을 맡기면 "다 됐다"고 한다. 그런데 시뮬이 한 번도 제대로 안 돈 경우가 태반.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신뢰의 단위를 '모델의 말'에서 '검증기 출력'으로 옮겨야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ROCEV는 "요구를 기계검증 가능한 약속으로 정규화한 뒤 증거를 닫는" 척추.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표가 발표의 핵심 구체화. 추상 ROCEV가 실제 IP에서 어떤 값이 되는지 한 장에.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S5의 추상 OBL이 어느 단계에서 어떤 게이트로 닫히는지.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여기서부터 세미나 본체 — Cursor 활용법.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축의 역할 분담. 다음 4면이 각각의 구체 예시.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.mdc = 마크다운+frontmatter. globs로 RTL 만질 때만 자동 첨부.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rocev-chain이 req→rtl→tb→sim 운영 매뉴얼. 단계별 정확한 명령.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hooks가 진짜 이빨. 공식 이벤트 목록 + permission/followup 계약.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= 단계 오너. 지휘자(rocev-chain)가 위임, 각자 자기 폴더 소유 + 증거 의무.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도구 모두 rules/skills/hooks/subagents 대응물이 있다. 표면만 다르다.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핵심: 강제 장치가 에이전트 밖 파일/스크립트라 에이전트 교체에 불변.
Cursor로 배우면 Claude Code/Codex로 그대로 옮겨간다.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회수. AI에게 RTL을 맡기되 초록불이 진짜이게. 그 규율은 어느 에이전트에서도 동일.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Cursor 활용법 — AI가 쓴 RTL을 믿게 만드는 워크플로</dc:title>
  <dc:subject>신뢰 질문 → ROCEV → 실질 workflow → Cursor 구현 → Codex/Claude Code 일반화</dc:subject>
  <dc:creator>Created by Marp</dc:creator>
  <cp:lastModifiedBy>Created by Marp</cp:lastModifiedBy>
  <cp:revision>1</cp:revision>
  <dcterms:created xsi:type="dcterms:W3CDTF">2026-06-11T08:55:39Z</dcterms:created>
  <dcterms:modified xsi:type="dcterms:W3CDTF">2026-06-11T08:55:39Z</dcterms:modified>
</cp:coreProperties>
</file>