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98d70869347b3" /><Relationship Type="http://schemas.openxmlformats.org/officeDocument/2006/relationships/extended-properties" Target="/docProps/app.xml" Id="R1d0a1046332f41d4" /><Relationship Type="http://schemas.openxmlformats.org/officeDocument/2006/relationships/officeDocument" Target="/ppt/presentation.xml" Id="Rb72e3c9946aa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be7b442b834baa"/>
  </p:sldMasterIdLst>
  <p:notesMasterIdLst>
    <p:notesMasterId xmlns:r="http://schemas.openxmlformats.org/officeDocument/2006/relationships" r:id="R0ad9cbfebc584eb5"/>
  </p:notesMasterIdLst>
  <p:sldIdLst>
    <p:sldId xmlns:r="http://schemas.openxmlformats.org/officeDocument/2006/relationships" id="256" r:id="R9fdd0801fddc4b78"/>
    <p:sldId xmlns:r="http://schemas.openxmlformats.org/officeDocument/2006/relationships" id="257" r:id="Rd92dd0e979054ed8"/>
    <p:sldId xmlns:r="http://schemas.openxmlformats.org/officeDocument/2006/relationships" id="258" r:id="R5cec17e105ac466c"/>
    <p:sldId xmlns:r="http://schemas.openxmlformats.org/officeDocument/2006/relationships" id="259" r:id="Rc92800016ea74988"/>
    <p:sldId xmlns:r="http://schemas.openxmlformats.org/officeDocument/2006/relationships" id="260" r:id="R26e33db7225443d2"/>
    <p:sldId xmlns:r="http://schemas.openxmlformats.org/officeDocument/2006/relationships" id="261" r:id="R1542118b89b24682"/>
    <p:sldId xmlns:r="http://schemas.openxmlformats.org/officeDocument/2006/relationships" id="262" r:id="R7a127ad5f7ed4a62"/>
    <p:sldId xmlns:r="http://schemas.openxmlformats.org/officeDocument/2006/relationships" id="263" r:id="Rda68a014d8a7405a"/>
    <p:sldId xmlns:r="http://schemas.openxmlformats.org/officeDocument/2006/relationships" id="264" r:id="R0ae237524b6c4599"/>
    <p:sldId xmlns:r="http://schemas.openxmlformats.org/officeDocument/2006/relationships" id="265" r:id="R885326637cd048c0"/>
    <p:sldId xmlns:r="http://schemas.openxmlformats.org/officeDocument/2006/relationships" id="266" r:id="Rfc10d06feede4c4a"/>
    <p:sldId xmlns:r="http://schemas.openxmlformats.org/officeDocument/2006/relationships" id="267" r:id="R15d70bae4d7544d0"/>
    <p:sldId xmlns:r="http://schemas.openxmlformats.org/officeDocument/2006/relationships" id="268" r:id="Rda39499048fd44a7"/>
    <p:sldId xmlns:r="http://schemas.openxmlformats.org/officeDocument/2006/relationships" id="269" r:id="R779adba374604ea9"/>
    <p:sldId xmlns:r="http://schemas.openxmlformats.org/officeDocument/2006/relationships" id="270" r:id="R41bd5831a5dd43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b6973ec807424c" /><Relationship Type="http://schemas.openxmlformats.org/officeDocument/2006/relationships/slideMaster" Target="/ppt/slideMasters/slideMaster1.xml" Id="R11be7b442b834baa" /><Relationship Type="http://schemas.openxmlformats.org/officeDocument/2006/relationships/notesMaster" Target="/ppt/notesMasters/notesMaster1.xml" Id="R0ad9cbfebc584eb5" /><Relationship Type="http://schemas.openxmlformats.org/officeDocument/2006/relationships/presProps" Target="/ppt/presProps.xml" Id="R59452d28af9a43c8" /><Relationship Type="http://schemas.openxmlformats.org/officeDocument/2006/relationships/viewProps" Target="/ppt/viewProps.xml" Id="Ra34599d32d04465c" /><Relationship Type="http://schemas.openxmlformats.org/officeDocument/2006/relationships/tableStyles" Target="/ppt/tableStyles.xml" Id="R824d9a36abdd463d" /><Relationship Type="http://schemas.openxmlformats.org/officeDocument/2006/relationships/slide" Target="/ppt/slides/slide1.xml" Id="R9fdd0801fddc4b78" /><Relationship Type="http://schemas.openxmlformats.org/officeDocument/2006/relationships/slide" Target="/ppt/slides/slide2.xml" Id="Rd92dd0e979054ed8" /><Relationship Type="http://schemas.openxmlformats.org/officeDocument/2006/relationships/slide" Target="/ppt/slides/slide3.xml" Id="R5cec17e105ac466c" /><Relationship Type="http://schemas.openxmlformats.org/officeDocument/2006/relationships/slide" Target="/ppt/slides/slide4.xml" Id="Rc92800016ea74988" /><Relationship Type="http://schemas.openxmlformats.org/officeDocument/2006/relationships/slide" Target="/ppt/slides/slide5.xml" Id="R26e33db7225443d2" /><Relationship Type="http://schemas.openxmlformats.org/officeDocument/2006/relationships/slide" Target="/ppt/slides/slide6.xml" Id="R1542118b89b24682" /><Relationship Type="http://schemas.openxmlformats.org/officeDocument/2006/relationships/slide" Target="/ppt/slides/slide7.xml" Id="R7a127ad5f7ed4a62" /><Relationship Type="http://schemas.openxmlformats.org/officeDocument/2006/relationships/slide" Target="/ppt/slides/slide8.xml" Id="Rda68a014d8a7405a" /><Relationship Type="http://schemas.openxmlformats.org/officeDocument/2006/relationships/slide" Target="/ppt/slides/slide9.xml" Id="R0ae237524b6c4599" /><Relationship Type="http://schemas.openxmlformats.org/officeDocument/2006/relationships/slide" Target="/ppt/slides/slide10.xml" Id="R885326637cd048c0" /><Relationship Type="http://schemas.openxmlformats.org/officeDocument/2006/relationships/slide" Target="/ppt/slides/slide11.xml" Id="Rfc10d06feede4c4a" /><Relationship Type="http://schemas.openxmlformats.org/officeDocument/2006/relationships/slide" Target="/ppt/slides/slide12.xml" Id="R15d70bae4d7544d0" /><Relationship Type="http://schemas.openxmlformats.org/officeDocument/2006/relationships/slide" Target="/ppt/slides/slide13.xml" Id="Rda39499048fd44a7" /><Relationship Type="http://schemas.openxmlformats.org/officeDocument/2006/relationships/slide" Target="/ppt/slides/slide14.xml" Id="R779adba374604ea9" /><Relationship Type="http://schemas.openxmlformats.org/officeDocument/2006/relationships/slide" Target="/ppt/slides/slide15.xml" Id="R41bd5831a5dd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89b936dc84a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2eefca60a94cf4" /><Relationship Type="http://schemas.openxmlformats.org/officeDocument/2006/relationships/notesMaster" Target="/ppt/notesMasters/notesMaster1.xml" Id="R1b296e7dfe6e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e5dda4660435f" /><Relationship Type="http://schemas.openxmlformats.org/officeDocument/2006/relationships/notesMaster" Target="/ppt/notesMasters/notesMaster1.xml" Id="Rb8c1433ca7d54c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592f8718243a8" /><Relationship Type="http://schemas.openxmlformats.org/officeDocument/2006/relationships/notesMaster" Target="/ppt/notesMasters/notesMaster1.xml" Id="Refbd21b2f2ec4f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2fc20617e40c3" /><Relationship Type="http://schemas.openxmlformats.org/officeDocument/2006/relationships/notesMaster" Target="/ppt/notesMasters/notesMaster1.xml" Id="R1750c2d073fb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c51e4763242c3" /><Relationship Type="http://schemas.openxmlformats.org/officeDocument/2006/relationships/notesMaster" Target="/ppt/notesMasters/notesMaster1.xml" Id="R1640886c09c24e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23fdb2d1c4cfd" /><Relationship Type="http://schemas.openxmlformats.org/officeDocument/2006/relationships/notesMaster" Target="/ppt/notesMasters/notesMaster1.xml" Id="R1bfed09c0ab746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b624c91414b98" /><Relationship Type="http://schemas.openxmlformats.org/officeDocument/2006/relationships/notesMaster" Target="/ppt/notesMasters/notesMaster1.xml" Id="R5755cc7c1bcd4f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54789518be4e85" /><Relationship Type="http://schemas.openxmlformats.org/officeDocument/2006/relationships/notesMaster" Target="/ppt/notesMasters/notesMaster1.xml" Id="R092af5a83ec148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7daf6a7f44e1d" /><Relationship Type="http://schemas.openxmlformats.org/officeDocument/2006/relationships/notesMaster" Target="/ppt/notesMasters/notesMaster1.xml" Id="R5376e1cea6b6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7415efddc24bc0" /><Relationship Type="http://schemas.openxmlformats.org/officeDocument/2006/relationships/notesMaster" Target="/ppt/notesMasters/notesMaster1.xml" Id="R106dfc6b3fa14d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6fb389acc444c" /><Relationship Type="http://schemas.openxmlformats.org/officeDocument/2006/relationships/notesMaster" Target="/ppt/notesMasters/notesMaster1.xml" Id="R50062aa0e0f14a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9adebf7e5e4b8d" /><Relationship Type="http://schemas.openxmlformats.org/officeDocument/2006/relationships/notesMaster" Target="/ppt/notesMasters/notesMaster1.xml" Id="Ra7d83e57fd6d44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8510531ecc45d5" /><Relationship Type="http://schemas.openxmlformats.org/officeDocument/2006/relationships/notesMaster" Target="/ppt/notesMasters/notesMaster1.xml" Id="Rc43d2e3817e44f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f93ea03ce3474a" /><Relationship Type="http://schemas.openxmlformats.org/officeDocument/2006/relationships/notesMaster" Target="/ppt/notesMasters/notesMaster1.xml" Id="R7b24e9aea3bb43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078c91b0b44e20" /><Relationship Type="http://schemas.openxmlformats.org/officeDocument/2006/relationships/notesMaster" Target="/ppt/notesMasters/notesMaster1.xml" Id="Rc0c32cbe36b7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6d1c68436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25c34088e4a7f" /><Relationship Type="http://schemas.openxmlformats.org/officeDocument/2006/relationships/slideLayout" Target="/ppt/slideLayouts/slideLayout1.xml" Id="Rded9d4281258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9d4281258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d6504f47e496f" /><Relationship Type="http://schemas.openxmlformats.org/officeDocument/2006/relationships/notesSlide" Target="/ppt/notesSlides/notesSlide1.xml" Id="R5bf1ac6c9e6445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0d1d3617e4cf0" /><Relationship Type="http://schemas.openxmlformats.org/officeDocument/2006/relationships/notesSlide" Target="/ppt/notesSlides/notesSlide2.xml" Id="R476899aeb65c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d7d69ebae4221" /><Relationship Type="http://schemas.openxmlformats.org/officeDocument/2006/relationships/notesSlide" Target="/ppt/notesSlides/notesSlide3.xml" Id="Rc39f1f49554c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d9624b08c497d" /><Relationship Type="http://schemas.openxmlformats.org/officeDocument/2006/relationships/notesSlide" Target="/ppt/notesSlides/notesSlide4.xml" Id="R01b409ee784444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5592be7ec49be" /><Relationship Type="http://schemas.openxmlformats.org/officeDocument/2006/relationships/notesSlide" Target="/ppt/notesSlides/notesSlide5.xml" Id="R27000a03334c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49585453640d5" /><Relationship Type="http://schemas.openxmlformats.org/officeDocument/2006/relationships/notesSlide" Target="/ppt/notesSlides/notesSlide6.xml" Id="R96e80364e4384a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074470f8b4932" /><Relationship Type="http://schemas.openxmlformats.org/officeDocument/2006/relationships/notesSlide" Target="/ppt/notesSlides/notesSlide7.xml" Id="Rf9a4001c6244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9eea1bb0e4f2b" /><Relationship Type="http://schemas.openxmlformats.org/officeDocument/2006/relationships/notesSlide" Target="/ppt/notesSlides/notesSlide8.xml" Id="Rf67049ed6d3945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3963a19047af" /><Relationship Type="http://schemas.openxmlformats.org/officeDocument/2006/relationships/notesSlide" Target="/ppt/notesSlides/notesSlide9.xml" Id="R851e7b8b466844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8820285a4da2" /><Relationship Type="http://schemas.openxmlformats.org/officeDocument/2006/relationships/notesSlide" Target="/ppt/notesSlides/notesSlide10.xml" Id="R5ba637b2b57e4c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832d3cf654551" /><Relationship Type="http://schemas.openxmlformats.org/officeDocument/2006/relationships/notesSlide" Target="/ppt/notesSlides/notesSlide11.xml" Id="Rb4e6fb4a104846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eb56c722a4fe4" /><Relationship Type="http://schemas.openxmlformats.org/officeDocument/2006/relationships/notesSlide" Target="/ppt/notesSlides/notesSlide12.xml" Id="Ra81ba0f5838e4b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afb36cec404e" /><Relationship Type="http://schemas.openxmlformats.org/officeDocument/2006/relationships/notesSlide" Target="/ppt/notesSlides/notesSlide13.xml" Id="R015bb9e42b1c40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c822e56de4335" /><Relationship Type="http://schemas.openxmlformats.org/officeDocument/2006/relationships/notesSlide" Target="/ppt/notesSlides/notesSlide14.xml" Id="R391c63986e5a4f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99e84957f4760" /><Relationship Type="http://schemas.openxmlformats.org/officeDocument/2006/relationships/notesSlide" Target="/ppt/notesSlides/notesSlide15.xml" Id="Radc3234ec18746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0760F-31FA-45E5-955D-2DF655C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2D678-FF69-4BA2-BF40-78DFA74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62E79-E3CF-43CD-B1E8-7CBB1F41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15B74D-F37C-4943-858E-94A196FD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CURSOR 활용법 세미나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4340F-5A0F-4E43-A8D2-CD5F914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AI가 쓴 RTL을</a:t>
            </a:r>
          </a:p>
          <a:p xmlns:a="http://schemas.openxmlformats.org/drawingml/2006/main">
            <a:pPr algn="l">
              <a:defRPr sz="40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믿게 만드는 워크플로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FFB07-5989-4EFA-A6A4-0D870DE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Requirement -&gt; Obligation -&gt; Contract -&gt; Evidence -&gt;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87509-6F3B-4718-B75F-CF6DA03E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535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BB615-2DEC-4376-8140-A3BE96EF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154A7-EA24-4A8A-9A9B-762EBD7E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29025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AI RTL을 믿을 수 있나?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BB68A-9418-497D-87D5-2A2B285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35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9E3E4-214F-4E32-9701-4FCB188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원리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D35DF-C2FE-4E77-8333-63D988E9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1475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모델 확신이 아니라 증거 사슬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4B919-9877-45CC-B518-54E22E8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535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0DF8A-F45B-4DCB-87A5-9D3B4926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AADB1-4668-4CBC-ADC5-14FD946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33925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Cursor rules / skills / hooks /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F88F9-B2A2-44FE-8044-FB80BB9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535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5ACC9-19A5-48CE-9331-05CAE799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54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일반화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9F723-E698-468D-958C-400BA54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86375"/>
            <a:ext cx="398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Codex, Claude Code도 같은 권위 모델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C8276-8ACF-4DF0-95A5-28015CC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2667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8"/>
          </a:solidFill>
          <a:ln xmlns:a="http://schemas.openxmlformats.org/drawingml/2006/main" w="9525">
            <a:solidFill>
              <a:srgbClr val="2E3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E600E-A50F-42E8-904D-BF14F654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00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오늘의 관점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0D460-AD40-4684-BC22-F36C444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095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rPr>
              <a:t>Cursor는 신뢰의 원천이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rPr>
              <a:t>신뢰의 원천은 에이전트 밖에 남는 파일, 게이트, 증거다.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E9EEF8"/>
                </a:solidFill>
                <a:latin typeface="Apple SD Gothic Neo"/>
                <a:ea typeface="Apple SD Gothic Neo"/>
                <a:cs typeface="Apple SD Gothic Neo"/>
              </a:rPr>
              <a:t>Cursor는 그 사슬을 IDE 안에서 밀고 잠그는 실행 표면이다.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F1EB2-B314-43ED-90C5-FB6FA49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3FD79-EDC5-4647-8722-18FA482A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green = evidence</a:t>
            </a:r>
          </a:p>
        </p:txBody>
      </p:sp>
    </p:spTree>
    <p:extLst>
      <p:ext uri="{BB962C8B-B14F-4D97-AF65-F5344CB8AC3E}">
        <p14:creationId xmlns:p14="http://schemas.microsoft.com/office/powerpoint/2010/main" val="19063044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0F68A-D807-4102-BEA9-713C1600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003DA-EBD6-4EB6-ACF2-6C1B288C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FFCDCC-450F-4A86-B0CC-7296D621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TRUST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F1A6-9415-4A1C-90BD-E3D6D62B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진짜 실패는 bad RTL이 아니라 fake green이다.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90F68-18D7-4178-8519-526B9A2D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Local seminar premise: policy tightening exposed silent PASS in 3 of 4 IP attempts.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91FDE-7731-44F7-A55B-3C98D6F5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53332-04C8-449D-9335-E072BD77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3 /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F75A5-02C7-4457-8043-2BB5EFB5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silent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5011F-AA61-4B43-9678-642786C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정책을 조이기 전에는 초록불처럼 보였지만,</a:t>
            </a:r>
          </a:p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실제 증거는 없거나 빈 산출물이었다.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909D-FB4B-48CC-BA93-E32E6331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4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53F23-D6C2-46DC-8035-82CAC7C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288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C61BB-65C9-44C9-BC5F-8B90F0BA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테스트 미실행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EA499-995D-4EB2-B36E-14AD59F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시뮬을 돌리지 않고 'PASS'라고 말함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A28B1-FBE8-4310-AAED-80FE8092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4DC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276DD-A7AD-4376-BD18-C44B8BEE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134A7-FEA4-4605-A94D-37C4E034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빈 결과 수락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6507F-3124-4B71-BA27-74A3EC8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03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results.xml은 있지만 testcase가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8354C-BE76-47BC-A58E-8D25B7C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4DC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28214-29F9-4B2D-B9DF-74BA14B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68732-981F-4C2E-A6F1-ADE99A7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로그 절단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202B3-CAD1-49EB-AEE5-42EC7A0C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head/tail/grep로 실패 근거를 숨김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4AFD6-BC5A-4C99-9A2E-8505721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F4DC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6F5FB-33C4-4A8D-96E3-3EB32B6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17665-40BA-45BE-904E-7D9D7ED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게이트 우회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5EB46E-903C-4F38-9F27-E87476C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산출물을 손편집해 PASS처럼 보이게 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E8AC5B-B822-4EE2-8CF6-1AA1F5E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6B0DB-849C-468E-AC9A-07DCC7AB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95900"/>
            <a:ext cx="594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대응 원칙: 에이전트의 문장이 아니라, 검증기가 만든 bounded artifact만 믿는다.</a:t>
            </a:r>
          </a:p>
        </p:txBody>
      </p:sp>
    </p:spTree>
    <p:extLst>
      <p:ext uri="{BB962C8B-B14F-4D97-AF65-F5344CB8AC3E}">
        <p14:creationId xmlns:p14="http://schemas.microsoft.com/office/powerpoint/2010/main" val="9724798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961C9-EEC3-47FC-B030-6F8AC84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4FABB-46EF-4C55-8D30-F3246A3C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105FA2-9D63-4732-A5B6-7043C40B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CONTROL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A13BB-53AE-4D2F-BA7B-0E19B16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신뢰는 더 좋은 프롬프트가 아니라 evidence chain에서 나온다.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6999B-EA3F-48EF-B45D-AC5534BE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9D691-42BF-4319-9338-440451A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B19E-EF62-41CF-85D2-1C3AF7B5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0F633-7AC7-49A4-9684-89363C4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사람의 의도</a:t>
            </a:r>
          </a:p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자연어 약속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71695-6D1F-4150-B0E1-B3B32FB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8F4F7-B82B-406E-9588-84F7CB11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38350"/>
            <a:ext cx="169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322A1-7835-4A20-99EB-1DD5D991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Obligation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8547B-9758-405B-BB0F-E9FDE8E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원자 의무</a:t>
            </a:r>
          </a:p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기계검증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D0E94-CDF8-40E2-A48D-0D80B9E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D6935-E4D1-4DBD-A59A-B321DF4D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169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FCC7B-A6C1-4045-9C10-CE5102C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BEB2E-5581-49EA-A82F-B6B40EE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맞다의 정의</a:t>
            </a:r>
          </a:p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판정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ADD29-4494-4BF7-9F38-8FF7D214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E9247-C835-45EC-A48C-5D813A9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169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18DF6-4749-47F4-B079-1A1862B0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097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79C77-3869-4067-8694-10A522B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실제 산출물</a:t>
            </a:r>
          </a:p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로그, XML,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79B39-B605-4ABF-B2BB-584B9474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25BFD-1B32-478C-BF39-E449B9B6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52550"/>
            <a:ext cx="1695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85BD-0811-4EDF-AC7B-FDB88BF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811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FDAF0-2FB4-41CA-85DE-6A0382B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게이트</a:t>
            </a:r>
          </a:p>
          <a:p xmlns:a="http://schemas.openxmlformats.org/drawingml/2006/main">
            <a:pPr algn="l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PASS/FAIL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4EA3C-42B8-4EBC-BFCC-761B4118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CA900-65BD-4E8D-B44A-7339AFD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27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각 단계의 목적은 다음 단계를 '채점 가능'하게 만드는 것이다.</a:t>
            </a:r>
          </a:p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Requirement에서 RTL로 바로 가면, 무엇을 기준으로 맞다고 할지 빠진다.</a:t>
            </a:r>
          </a:p>
        </p:txBody>
      </p:sp>
    </p:spTree>
    <p:extLst>
      <p:ext uri="{BB962C8B-B14F-4D97-AF65-F5344CB8AC3E}">
        <p14:creationId xmlns:p14="http://schemas.microsoft.com/office/powerpoint/2010/main" val="15527818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3548C-0990-4182-96E3-C1FD4E6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2ECF3-2BF9-49F6-BF64-CC181FA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3E073D-2EB1-42C5-9B29-2FA5BBD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WHY NOT PROMPT -&gt; RTL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03004-97BD-4907-BDC7-5DC8523F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요구에서 RTL로 직행하면 통제면이 사라진다.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DBC4C-A35A-4067-9BB6-C6A12D50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10D8C-D014-48AE-9110-F283B746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18C2D-CDEE-42FA-8BFF-BFF01875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AFEE5-E5E2-4790-9755-20E18CD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자연어 요구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10ADD-A92C-4450-AB98-81227F6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5745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7D280-24A6-4F54-B5FA-EB12863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0BC79-AA6D-43BB-9221-A77D4D1B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71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AI RTL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8C5A1-D099-42F6-9ED4-C1C1B5D1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3905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4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971A0-A809-4E11-9B93-1E171DAF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3562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무엇을 검증해야 하는지,</a:t>
            </a:r>
          </a:p>
          <a:p xmlns:a="http://schemas.openxmlformats.org/drawingml/2006/main">
            <a:pPr algn="l">
              <a:def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무엇이 증거인지,</a:t>
            </a:r>
          </a:p>
          <a:p xmlns:a="http://schemas.openxmlformats.org/drawingml/2006/main">
            <a:pPr algn="l">
              <a:def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어떤 산출물이 PASS인지가 모두 암묵적이다.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F6652-A631-4B70-9717-D5A1264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580BB-01EF-45A5-91CC-08DFFA9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1E27A-2BB2-4B83-8A8A-96BF7D30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5FA64-11A4-4EB1-9878-CB4F129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REQ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495DA-1BDC-44AA-BE6A-E51C0DF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8315C-47C0-49B7-B852-5998C908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9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62258-2183-4501-9343-6127A0D7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B5A02-1B14-40FA-9BAD-7979665D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OBL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3E81C-9CE2-4751-82DF-A16235B7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4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checkable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B88E8-7048-4284-B6D0-B4569406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6B025-A087-411E-9D6D-014D9D74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CB122-3A09-4E81-B4F7-4752F773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CTR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4AF5F-2B7F-49EF-B833-B7082C99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oracle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22C02-938B-49FD-9FF0-CAA01265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9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471C6-C382-4081-B4B3-F251C6F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D235B-00C7-49BB-80AF-8520D0F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EVI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4DD8C1-5A8D-4864-B20F-D68581E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4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artifact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AA0FB7-63D4-4510-BF76-D9EDDA16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9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202FD-C6B4-4612-842D-F4F74FD2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7FCF9D-1EF8-4951-9150-5D47A2AF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52650"/>
            <a:ext cx="647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VAL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3892A9-E266-41CD-9F19-DFB2039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4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A9BA9F-6ABB-4A9E-B428-4E710477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2BD41-E9AC-40FF-B8C3-571B8F6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133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각 중간 산출물이 독립적으로 리뷰되고, 다음 단계의 입력 계약이 된다.</a:t>
            </a:r>
          </a:p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이게 'smart workflow'의 실체다.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CA3DC-BB74-4D37-A726-DB7BE7C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57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F45E76-5B14-45C1-9B69-D139D4A3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67350"/>
            <a:ext cx="622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메시지: Cursor는 이 after 구조를 IDE 안에서 실행하게 하는 표면이다.</a:t>
            </a:r>
          </a:p>
        </p:txBody>
      </p:sp>
    </p:spTree>
    <p:extLst>
      <p:ext uri="{BB962C8B-B14F-4D97-AF65-F5344CB8AC3E}">
        <p14:creationId xmlns:p14="http://schemas.microsoft.com/office/powerpoint/2010/main" val="20644286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00A9D-0CD4-49DE-93DC-6D03AF00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EC353-AB17-4C98-A04E-B1CF9E42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71CB20B-2FC1-499F-BD27-0FE21DD5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RUNNING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35660-C2B4-44A3-A1CA-B12709F2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pulse_counter 한 줄 요구가 다섯 개의 기계-facing artifact가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43370-B0AA-426F-99EB-F13E4E3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DFFB3-F054-4C2B-8EEC-7E0BD24B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7C98-83C4-4BEB-BB44-BA6FC7B7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72335-B37A-4E5B-B1CC-03FFB0F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621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F2C53-E77D-4B2A-A79B-5F180D28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66875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`pulse_in` rising마다 count+1; MAX 다음 펄스에 0 wrap; ovf 1-cycle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B1C98-FBAD-4DBF-8175-74966825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669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5E823-E50F-447F-BA4E-D09F226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9E5A5-24DD-4E6C-B83D-6976CD2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Obligation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EDCD2-D576-4ED8-9B49-30C03588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5593B-E80E-4166-9782-0D2BB823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86025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OBL_COUNT_INCR: rising(pulse) =&gt; count[t]=count[t-1]+1 mod 2^N</a:t>
            </a:r>
          </a:p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OBL_OVF_PULSE: MAX-&gt;0 전이에서 ovf 정확히 1-cycle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2F194-EEBF-42F7-9CF1-ECA1F02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E9731-4B56-459F-980E-8FA570E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FA159-21B0-4B8A-9628-F3CA8B0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7CE0D-D2C5-4D50-A8C5-9416841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8884E-08F9-470E-9C16-EEE82CA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FunctionalModel.apply(input) -&gt; expected(count, ovf)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pass iff RTL observed == FL expected, every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9C151-E738-442A-9CCE-CF32B12D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052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A6F39-1A91-4A76-B092-746B6A10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C1143-87DF-413A-AF95-99FA2997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989EC-D71F-41DF-B1E2-00E044DF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A90BE-E776-4024-A483-8C920147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24325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test_pulse_counter.py scoreboard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results.xml + scoreboard_events.jsonl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62443-D080-46CB-9BE8-FA93BBBC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F7B76-42A1-42B5-A067-CD55FA4E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20935-A9DC-45FC-B5E1-EBA5D71B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E66EC-4AB0-4322-A546-0E914473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84EFE1-ABF2-485A-868F-BB80E24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43475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check_sim_disk.py: real output + &gt;=1 passing + 0 fail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check_truth_coverage.py: OBL coverage_refs 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E5AAA-FEBA-4581-BA72-27540F6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FD4F6-1A71-423A-AF84-560799F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핵심은 예시가 복잡하다는 것이 아니다. 자연어 한 줄이 검증 가능한 작은 약속들로 분해되고, 각 약속마다 판정기준과 증거 위치가 생긴다는 점이다.</a:t>
            </a:r>
          </a:p>
        </p:txBody>
      </p:sp>
    </p:spTree>
    <p:extLst>
      <p:ext uri="{BB962C8B-B14F-4D97-AF65-F5344CB8AC3E}">
        <p14:creationId xmlns:p14="http://schemas.microsoft.com/office/powerpoint/2010/main" val="19477436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CFEDA-E166-4426-A9EF-C3AF0ADD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3BCBC-D1FE-431B-B2A8-12E02F2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2A50F2-9768-4FB5-AC87-75C4068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OPERATING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13E4B-740D-4D3F-B888-404A2D6A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워크플로는 대화가 아니라 gated conveyor다.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9FCF0-A5D0-4F3F-9A00-4B2E65A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67226-F3D9-45FB-BC0C-8E24D09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1492F-9642-4EFF-8235-3EE11CC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req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86623-2E5F-4D53-975A-900C506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OBL lock</a:t>
            </a:r>
          </a:p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SSOT anchor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3B303-C56B-4CAD-9778-BC3C703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695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90F85-790D-4D97-BFCF-0B540227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2E7D5B"/>
                </a:solidFill>
                <a:latin typeface="Menlo"/>
                <a:ea typeface="Menlo"/>
                <a:cs typeface="Menlo"/>
              </a:rPr>
              <a:t>check_locked_truth_bundle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B6ECC-127E-46EB-B1C7-3D50E745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52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B3911-5978-4709-B484-BB82A0F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9B7B9-9E30-4B1F-899A-60862410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rtl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B4C40-516E-4F1E-B532-C14DC27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Verilog-2001</a:t>
            </a:r>
          </a:p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compile/lint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02B81-B824-4C2E-8C98-A5E1139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1695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F191F-4895-4438-A086-6496ACA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2E7D5B"/>
                </a:solidFill>
                <a:latin typeface="Menlo"/>
                <a:ea typeface="Menlo"/>
                <a:cs typeface="Menlo"/>
              </a:rPr>
              <a:t>iverilog + dut_lint_report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3A5F0-35E7-400F-B5EC-EFACB71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76EE-FF41-457B-9553-331C223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4FD62-7D61-4CC5-BF98-C2198A15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tb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4FAE9-82DA-4B5B-90F5-89E0A98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observable ledger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FD3DC-4A30-4438-B7F1-059B33A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1695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61D57-1796-4CD1-AB69-A9ECAAD3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2E7D5B"/>
                </a:solidFill>
                <a:latin typeface="Menlo"/>
                <a:ea typeface="Menlo"/>
                <a:cs typeface="Menlo"/>
              </a:rPr>
              <a:t>tb ledger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A1EF1-21AE-4F19-9987-BA17B4C8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31E36-4867-40A1-84BD-593BB5B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DB842-554A-405D-8225-4AD55D2F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169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sim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0FC05-5094-44B6-AFF4-2633CDA2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real run</a:t>
            </a:r>
          </a:p>
          <a:p xmlns:a="http://schemas.openxmlformats.org/drawingml/2006/main">
            <a:pPr algn="ctr">
              <a:def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coverage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E28FE-0043-4B5B-B986-A06C8F68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09950"/>
            <a:ext cx="1695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4D58B-9CD5-44DE-9A86-BA4CCDDC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00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5B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2E7D5B"/>
                </a:solidFill>
                <a:latin typeface="Menlo"/>
                <a:ea typeface="Menlo"/>
                <a:cs typeface="Menlo"/>
              </a:rPr>
              <a:t>check_sim_disk + truth_coverage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05478-DD96-4CDA-8156-36295FB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AEF6E-2677-4325-B902-95270C9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24C81-CA21-42A8-946F-388869C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672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requirements.lock.json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41ABD1-81A4-4C7C-B413-22FD680B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698B64-F3BB-4A34-BED5-6257DDF1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672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dut.v + lint.json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58905D-96AA-483A-8E0E-55BE380A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00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EB7C9-16E3-44CF-9FBC-B81AD082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672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scoreboard_events.jsonl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7B09B-F1B7-4483-8571-4646BBE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6EDD46-0B7B-4A2C-B1E0-56459379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672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results.xml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5C0A17-76E9-470A-8BFB-74B7CAF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6F3E12-7076-431F-9EC2-890985AC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822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Fresh evidence가 없으면 다음 단계로 넘어가지 않는다. 이 제약 때문에 '말로만 완료'가 구조적으로 어려워진다.</a:t>
            </a:r>
          </a:p>
        </p:txBody>
      </p:sp>
    </p:spTree>
    <p:extLst>
      <p:ext uri="{BB962C8B-B14F-4D97-AF65-F5344CB8AC3E}">
        <p14:creationId xmlns:p14="http://schemas.microsoft.com/office/powerpoint/2010/main" val="4783677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F8FE8-EE31-401D-A29D-FDD734A3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D6220-88F7-4C28-9427-CF46685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5D7E5F-CE02-40AD-A2A6-0E84438F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CURSOR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FC3B-E1C0-4266-B08D-D9F8418A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Cursor는 네 표면으로 ROCEV control surface를 구현한다.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0E2D8-7440-45F7-9AAE-1B5C422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Cursor docs checked 2026-06-11: rules, hooks, skills.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B95BA-2505-48E9-8FC7-CCAF78DA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604BE-5B11-48B3-B694-C0E2BDCD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28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F74C7-89C9-4FEA-BCDF-80C2E27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96C2E-A33A-4DC5-9ECC-F3D92B9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A7A92-A066-48BE-BBE0-29245F8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716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soft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1AE45-4590-43B5-B6FE-880FA63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모델을 미리 정렬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2A462-C9FF-403C-B89C-E943143A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SSOT, HDL 방언, no fake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340F7-0314-4A6A-A312-9850DC0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14500"/>
            <a:ext cx="428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7250F-BD41-499D-A962-D635A86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E4DE1-28DE-4A8F-B144-75F57C56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4A8B-4DC8-45AA-AE07-2D863B51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7167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replayable recipe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29BC8-E2A9-4465-A056-0DA805BB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절차를 재현 가능하게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D2242-A2F1-4187-A96D-80EDCCC0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req-&gt;rtl-&gt;tb-&gt;sim 실행 순서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814CA-EA62-4A4D-B5FC-5C6DD67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28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EAA0E-31E2-45F5-9DF4-D0E99CF4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hooks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BC7E0-4E50-4481-AC45-7DEC457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8BE0C-7E5D-4EEB-B47D-D128FBA8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8142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deterministic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33E0F-228F-4CA2-B4BC-536A365E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정책을 hard stop으로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F5021-1DD7-44B5-86A3-663735F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로그 절단, open todo, 우회 차단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FCCE9-CE7C-4146-B640-D641F94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24250"/>
            <a:ext cx="428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7B90C-D45B-49AD-A41B-5E82720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8F36E-0F02-451A-86E4-334CE8A2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E21AB-96CC-4754-8B17-0EA2FCE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8142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ownership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1133A-B0AB-4DCB-8A9A-38459937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529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단계 오너십을 분리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918B4-C017-44B4-AF35-F37A63EC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req-gen, rtl-gen, tb-gen, sim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BB3F5B-28B1-4699-815B-9B8EE84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578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92D55B-2BE1-4CD6-841A-E32E2F48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91200"/>
            <a:ext cx="775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스마트한 팩은 기능을 많이 넣은 팩이 아니다. known failure 하나마다 control surface 하나가 붙어 있는 팩이다.</a:t>
            </a:r>
          </a:p>
        </p:txBody>
      </p:sp>
    </p:spTree>
    <p:extLst>
      <p:ext uri="{BB962C8B-B14F-4D97-AF65-F5344CB8AC3E}">
        <p14:creationId xmlns:p14="http://schemas.microsoft.com/office/powerpoint/2010/main" val="21295265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CF00F-EB28-41F6-818A-71F05729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F4573-998F-49FF-A565-CC934E8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84A28E-B8CC-4F7F-BF3C-62D78A7D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SURFACE 1: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891CB-B01A-46FC-BC72-E02BD5B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Rules는 코드 작성 전에 모델의 자유도를 줄인다.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AD40A-E869-4E0A-84AC-BC291747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Cursor Rules docs: project rules in .cursor/rules and AGENTS.md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8E23D-6BE4-4BBF-A615-27E277D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67FCE-D2CD-483C-8688-3D9B04C8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905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BE390-7194-48F5-A7E3-9DE6DF83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5524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---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description: Hardware RTL conventions + no-fake-pass discipline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paths: "**/rtl/**, **/tb/**, **/sim/**"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alwaysApply: false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---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 SSOT가 권위. 생성 산출물 손편집 금지.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 Verilog-2001 방언만 사용.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 HDL 시뮬 출력을 head/tail/grep 로 자르지 말 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647C2-33FC-457A-8622-D955700F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56BEE-3A1A-45F4-B910-D2C3C40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F5DA8"/>
                </a:solidFill>
                <a:latin typeface="Menlo"/>
                <a:ea typeface="Menlo"/>
                <a:cs typeface="Menlo"/>
              </a:rPr>
              <a:t>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F9BD2-14BF-4CCA-9828-8E4997B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574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에이전트가 언제 규칙을 적용할지 판단하는 이름표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5E173-6780-49EB-86A4-8D53ECA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5AA73-3863-4B9A-871E-7184436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5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2E7D5B"/>
                </a:solidFill>
                <a:latin typeface="Menlo"/>
                <a:ea typeface="Menlo"/>
                <a:cs typeface="Menlo"/>
              </a:rPr>
              <a:t>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E115B-BFDB-42A8-A16F-096A01F6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RTL/TB/SIM 파일을 다룰 때만 붙는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0E96F-E3DD-47B4-8863-6F71DCF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992EB-2A79-4B76-903E-B42C25E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3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2413B"/>
                </a:solidFill>
                <a:latin typeface="Menlo"/>
                <a:ea typeface="Menlo"/>
                <a:cs typeface="Menlo"/>
              </a:rPr>
              <a:t>no-fake-pass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11EEC-917F-4D49-9744-B35BA141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모델 응답 스타일이 아니라 증거 규율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B745D-237A-45A9-A30D-525A6A9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578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66F1-CF1C-4301-B96C-EB7B3B95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851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규칙은 강제 장치가 아니다. 그래서 반드시 hooks/gates와 짝을 이뤄야 한다.</a:t>
            </a:r>
          </a:p>
        </p:txBody>
      </p:sp>
    </p:spTree>
    <p:extLst>
      <p:ext uri="{BB962C8B-B14F-4D97-AF65-F5344CB8AC3E}">
        <p14:creationId xmlns:p14="http://schemas.microsoft.com/office/powerpoint/2010/main" val="17763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35027-F8E1-45CB-B118-C4D5C86C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9A60C-9A9C-4FB0-9764-C3F25B58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7E19360-A81E-45BC-A80C-3BBADDE9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SURFACE 2: 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B167C-DC77-420C-9EBE-A1CCA35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Skills는 절차를 기억이 아니라 파일로 만든다.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6DB5-1EA5-486C-A22B-422D4F7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Cursor Agent Skills docs: SKILL.md frontmatter, scripts, disable-model-invocation.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8C4A6-67A9-45E9-936D-39D995D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DBC91-C631-486B-A0D7-60C98450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90C13-CD06-4649-9F42-D83D69A1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572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---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name: rocev-chain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description: Drive one IP req-&gt;rtl-&gt;tb-&gt;sim,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closing ROCEV at each stage.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disable-model-invocation: true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---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## req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scripts/lock_requirement_set.py &lt;ip&gt;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scripts/check_locked_truth_bundle.py &lt;ip&gt;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## sim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scripts/check_sim_disk.py &lt;ip&gt;</a:t>
            </a:r>
          </a:p>
          <a:p xmlns:a="http://schemas.openxmlformats.org/drawingml/2006/main">
            <a:pPr algn="l">
              <a:defRPr sz="1050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scripts/check_truth_coverage.py &lt;ip&gt;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52EA4-841D-4EA6-8D6D-7D7EB071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D1BC6-B75D-4ADC-8C81-0684954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4BBEA-493F-4A15-A94A-A95D5CB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load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CCC1D-3CFC-4586-ABB4-02F6FF0B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본문을 context에 넣음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C2DE1-E7CA-4B0D-B647-978C5D5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24075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3EDDF-0C8A-4054-9ACA-F0F642F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AC22C-CA7E-4F27-B9E2-7B316BF2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69648-9921-48A0-902D-FB1EEF40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run scripts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6E625-7683-4352-A05F-E747277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146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정본 명령을 재구현하지 않음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AC0FC-CAE8-43CC-8E53-5C9C6AF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958BB-C712-4DD2-B5DF-80EF5BBB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FE840-7A7F-4DDB-908E-78563545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67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733C8-77D6-4EBA-9833-ED32809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record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BEDA6-C484-48B9-AE30-4CE4F8C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파일 경로가 evidence ledger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DC9C6-787E-4E9E-BC06-D4A27009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8E507-A9BA-4705-902D-8F548CF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A5C09-320D-486C-8ADA-3C0F2F2C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8F43D-81A2-4E05-9B54-9238E11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stop on fail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67E8D-F208-4A43-A1B7-6B58FAD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다음 단계 진입 금지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663D1-3E5A-4922-9D15-EBD86C1C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130BF-5BC8-4C1F-B579-F656ADA6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슬래시 명령처럼 명시적으로 호출하게 만들면, 세미나 데모에서도 흐름이 흔들리지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850863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FECF4-DAE1-4E8B-A1E3-128B1B4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9298E-A44C-4037-A43F-51783C9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6E8DB9-2990-4822-A93E-6451C5BA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SURFACE 3: HOOKS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CD556-6104-4EAB-AD1D-AA10BFE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Hooks는 정책을 '권고'에서 '통과 불가'로 바꾼다.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A4553-BCCB-46D5-AB5F-63EB687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Cursor Hooks docs: beforeShellExecution, stop, permission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D38B8-534C-46DA-836E-2C0E1764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CE8B4-0729-4C98-A85B-690EBC2D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1B7CB-6E15-405F-A6E7-56B2A9F2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3815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{ "version": 1, "hooks": {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"beforeShellExecution": [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  { "command": ".cursor/hooks/guard-shell.py" }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"stop": [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  { "command": ".cursor/hooks/stop-todo-loop.py" }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  ]</a:t>
            </a:r>
          </a:p>
          <a:p xmlns:a="http://schemas.openxmlformats.org/drawingml/2006/main">
            <a:pPr algn="l">
              <a:defRPr sz="1125" b="0">
                <a:solidFill>
                  <a:srgbClr val="E9EEF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9EEF8"/>
                </a:solidFill>
                <a:latin typeface="Menlo"/>
                <a:ea typeface="Menlo"/>
                <a:cs typeface="Menlo"/>
              </a:rPr>
              <a:t>}}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ECDD6-27F1-4958-A9CD-513220B2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F3DE-6ED4-4352-B743-0A68B9E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agent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936A5-B975-403D-A6AB-FABCE5A5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28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D7280"/>
                </a:solidFill>
                <a:latin typeface="Menlo"/>
                <a:ea typeface="Menlo"/>
                <a:cs typeface="Menlo"/>
              </a:rPr>
              <a:t>`pytest ... | head`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5A3E3-C60B-47D9-B03C-852C5386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859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00479-C362-4F49-8144-D276E8FA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14FA1-C2C0-4518-A1FC-4F0EFDD7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88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hook stdin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E642C-D084-4A78-8557-451B4C6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28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D7280"/>
                </a:solidFill>
                <a:latin typeface="Menlo"/>
                <a:ea typeface="Menlo"/>
                <a:cs typeface="Menlo"/>
              </a:rPr>
              <a:t>{ command, cwd, transcript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72E83-66BC-43BB-8BCB-1C20D070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8D0A6-C384-4F93-80DE-8B085D0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2413B"/>
                </a:solidFill>
                <a:latin typeface="Apple SD Gothic Neo"/>
                <a:ea typeface="Apple SD Gothic Neo"/>
                <a:cs typeface="Apple SD Gothic Neo"/>
              </a:rPr>
              <a:t>guard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BC8A-72C1-47A3-BE07-6CD483AE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permission: deny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90FCB-A81B-4906-BDBF-E602114A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385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13672-0B6F-4B35-99EB-B2C2E26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ACC7A-334A-4DF8-B142-734F6B0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agent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6F6CC-90B6-4A85-B3E3-3BA580A5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전체 로그로 재실행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6C34C-15BA-41E6-AAE4-01888C9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FC6D6-BA3F-4D1A-B295-7F3D0E09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18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stop hook의 follow-up은 open todo가 남아 있을 때 에이전트를 다시 투입한다. '여기까지 하고 멈춤'을 구조적으로 줄인다.</a:t>
            </a:r>
          </a:p>
        </p:txBody>
      </p:sp>
    </p:spTree>
    <p:extLst>
      <p:ext uri="{BB962C8B-B14F-4D97-AF65-F5344CB8AC3E}">
        <p14:creationId xmlns:p14="http://schemas.microsoft.com/office/powerpoint/2010/main" val="5340322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44118-E595-4EA9-9075-955254E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9DBF1-7F78-4302-ACA3-2141FDB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EB5800-F8D6-4E59-9787-5251A7C7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SURFACE 4: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81CCE-539F-4242-B70E-90EC858B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Agents는 한 에이전트의 만능 수행을 단계 오너십으로 나눈다.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D1930-A305-430B-9FD1-2B00903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27411-1009-4A6B-86CB-FD1B835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5D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ADCD8-9D75-47FF-B2A8-33EB6B5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req-gen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BA474-6534-4AC7-80F8-231916FF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335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0681C-C7F1-425A-931F-10875D2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7BDE-F7B0-4CF3-BB93-63878A3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43075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requirements.lock.json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OBL + SSOT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CEBEF-0178-4531-B3A4-1C1DEA2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01401-B46A-41A8-9A27-39AF6B8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383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locked truth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95DF0-DE02-48C7-A42C-DE378A9F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88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B27F5-A19B-403E-821E-1505439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rtl-gen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A61DF-3CA9-4E10-A934-EC6003CF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241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5D24B-1BFC-4340-A2DB-9556B04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3C7BC-9F1C-4BC0-A395-92FF88B7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33675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dut.v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compile/lint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29554-BDC3-47F7-8BED-E74BFE9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143E7-D6BB-434C-9564-A5DE720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289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C8832B"/>
                </a:solidFill>
                <a:latin typeface="Apple SD Gothic Neo"/>
                <a:ea typeface="Apple SD Gothic Neo"/>
                <a:cs typeface="Apple SD Gothic Neo"/>
              </a:rPr>
              <a:t>compile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0E1CC-131E-465F-B0B3-438083BC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4E0CE-6929-4E32-86EF-F384A705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tb-gen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7DE43-8ECA-4FCE-96EC-948479D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14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E9CE7-5CEE-4DC8-8913-9A73CBF4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3310C-F450-45C2-AC02-1F772BC0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24275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scoreboard + coverage_refs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observable 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DD21D-4896-4BD7-B782-FDB0F24A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056CC-9A21-4046-A114-235210B1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95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coverage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F639A-45C5-44CA-996C-2B393A6F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C4285-B436-4459-8546-C3740446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sim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C1F1C-4ACF-491A-81F4-63E57777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16E4EE-A191-42EA-BDCD-FD05A89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09DF5-6A0A-4877-B103-56CE42FC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638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results.xml</a:t>
            </a:r>
          </a:p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scoreboard_events.jsonl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464CF-D1A6-4BB4-9978-6BEFFF60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EF588-B597-4C93-B5C5-77EFC83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01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sim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3A6CDE-DF73-4B33-95EA-CC311613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65883-5FA6-4910-BD59-9B2F7CE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29300"/>
            <a:ext cx="822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subagent가 '완료'라고 말해도 evidence-check hook은 파일을 본다. ownership과 validation이 분리되어야 한다.</a:t>
            </a:r>
          </a:p>
        </p:txBody>
      </p:sp>
    </p:spTree>
    <p:extLst>
      <p:ext uri="{BB962C8B-B14F-4D97-AF65-F5344CB8AC3E}">
        <p14:creationId xmlns:p14="http://schemas.microsoft.com/office/powerpoint/2010/main" val="822639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44441-096D-4110-8C7D-F59248A6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0528A-D965-45A7-948D-AA1DDC54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A95D70-FC2A-4AE8-979A-16802DA2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SMART PACK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26930-C094-4EED-964F-F9704581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팩이 똑똑한지는 기능 수가 아니라 실패 모드 커버리지로 본다.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225F0-3703-43A4-9640-35C4019A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52B9C-52B2-4983-9189-5FC539F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59902-DC31-4C7D-8C7C-239E5D33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known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00C3E-C146-4F2A-BF26-7C66D183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430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6DA6-6F36-4024-8884-70C6418D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430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primary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DD24C-1351-4C5E-B364-15C4572F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430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5B53E-897F-4BD6-904D-A6A44220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430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evidence of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73A47-74DA-4BC1-B577-BB26C52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FC863-DA78-40B7-9857-03A0B088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'테스트 통과' 환각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20A63-1D93-4A2E-9DA0-4AE25F5F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92FC7-C6BF-43C1-BA00-83974A0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764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skill +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94057-B99A-49CA-9B7A-8E292A6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6E4F3-5B50-4C54-B780-5D146C4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results.xml contains real passing testcase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AE850-25EC-43FD-A548-693625AB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D87D9-F524-459B-8C41-A30B236A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빈/오래된 sim 산출물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56894-4697-41C3-BD8C-488E0D0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619C4-DAFA-4FAE-90DC-59399303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check_sim_disk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B4B2E-280B-4B5A-8B7A-FC1F9A3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24B3-A717-4C3D-A9CF-FB94840F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mtime + non-empty + fail count checked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914A5-7B4E-426F-B5A0-59F92AAA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9EF84-8B22-4B6D-87D3-A45072A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로그 절단으로 실패 숨김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C6B01-CB41-467C-89F2-0866E9F3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766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153DE-5BCD-42B5-B27A-05AAFFED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beforeShellExecution hook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E9BD9-CD27-474D-8469-13BCCD81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02211-EF29-4F46-AAB5-BC1E4AAD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head/tail/grep command denied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D1CED-D256-48AC-8147-BD5F0AC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ADBD8-6836-4175-A6A7-1872F536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open todo 두고 종료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468331-24BA-4CD7-85B9-4528D39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711DE-421E-4C41-9B90-D5946AAD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767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stop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45F23-45E0-48B5-BE8D-003513E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2A056D-CE6E-4527-8803-93053F8A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7670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followup_message reinjects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4660B3-AE14-410C-BD9F-4CED195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27693A-CADA-4CB8-82FB-7DFD9A9A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stage boundary drift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ECBE77-2762-4425-83F4-2BBE8EA7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10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04883-0A02-4DEE-B786-D5DDEB3F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5DA8"/>
                </a:solidFill>
                <a:latin typeface="Apple SD Gothic Neo"/>
                <a:ea typeface="Apple SD Gothic Neo"/>
                <a:cs typeface="Apple SD Gothic Neo"/>
              </a:rPr>
              <a:t>agents + path rules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5042A-C82C-4727-83D3-6BC39E2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101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7CD63E-1986-48CC-B9C3-6FFEEE9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434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req/rtl/tb/sim owner and output path fixed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83D758-DC8D-45A8-AE9C-82DA8AA0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이 장표가 설계 리뷰 체크리스트다. 새 surface를 넣을 때마다 어떤 실패 모드를 막는지 한 줄로 증명해야 한다.</a:t>
            </a:r>
          </a:p>
        </p:txBody>
      </p:sp>
    </p:spTree>
    <p:extLst>
      <p:ext uri="{BB962C8B-B14F-4D97-AF65-F5344CB8AC3E}">
        <p14:creationId xmlns:p14="http://schemas.microsoft.com/office/powerpoint/2010/main" val="6481114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95FAE-F41F-4F5A-AAC8-FE9E4077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1FCF4-1729-4973-B0A3-DBFC8B23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BC1024-B7DF-479F-8AC3-E1D43BF9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PORTABLE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3D0A-4FCF-4008-8823-73BA722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같은 권위 모델이면 에이전트는 바꿔도 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A7484-CDFE-41AE-B7FA-C8D4BD6E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DCB3D-B01C-4009-8EB4-0E25476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43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04D4-2F8E-44C4-9258-D9BA774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43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BE043-CB8D-493C-8310-D567940A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F9151-D0C2-4761-B412-C7D57C4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Cursor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6DD79-54CE-4D0A-8E12-45F080E3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4490F-F336-47DC-AC69-ACF4ADB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18E82-A504-4D37-8AEA-96DFAF4A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8A620-CB38-493F-8DCD-D078BBC2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43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4575-7B4A-49A7-A617-E4217E29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8DC1D-D38C-4E4D-8811-C5FCBC6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764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80586-548A-4878-BB2C-77B44C9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43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57A2F-B1D0-4A9B-8C93-B26641F6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764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.cursor/rules + AGENTS.md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3480E-E2AF-481E-AD69-5870580A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43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292D9-5EC2-49B7-83AF-26C06162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764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CLAUDE.md +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6C5DB-9697-4EA9-AB7D-2643A9DA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43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6288E-49D0-4454-8C1D-BA71381F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764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AGENTS.md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D757E-C38C-458A-AF01-171E34C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7698C-043B-42F2-B3C2-3253D999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622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procedure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9FF04-A8FF-48FB-949D-84B3EAB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CD4060-7D19-453D-84ED-BB4341EE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62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.cursor/skills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06E4C-0DEB-46FF-B3C9-E35D2930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22168-A2B0-43C4-9B88-587497E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62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skills / commands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A9C03-5F45-471C-BAC3-F14FD8E2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28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5F176-D252-42D2-9642-F2AB6F7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62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prompt + scripts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BA9897-0A28-4CD7-80B9-F53C1837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A19CDB-B2FE-4A47-82F7-77CF527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480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hard stop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26395-0072-4978-9D2A-F1FF657A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14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F176A-2DB7-4188-9DEF-590CC0B9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48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.cursor/hooks.json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2D58AE-F492-483D-B8A0-708BD2F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14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35F08-7CEF-44F4-92A9-6D2FA18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448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settings hooks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1387B1-63F5-4553-8A74-EBC06B85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5B3D82-3A6C-4CA8-9339-C786881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480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wrapper / MCP / scripts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61A7D2-C287-48E4-B717-FB39066E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EF448C-F421-4F6A-9A11-5629E2CD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338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owners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09B254-4C2A-4ADF-84F5-4447592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48EA8-ECA8-4AFB-A007-2A657D36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1338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.cursor/agents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D07FDB-3F11-4D51-A358-615E35C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A96211-D24C-4020-8F05-0EF8CC7D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338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.claude/agents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330C16-116A-480C-8C2A-2D83178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FE29F3-FC81-41B6-A25D-777C0E5D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338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profiles / tasks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3633D5-B698-4D1F-BC08-AF014C0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9C20E7-D653-46A3-B110-F6B5C488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196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EAD4B3-DF4F-453A-90D2-F92F23D1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8C22AD-3B0E-4273-83E4-D96C00F6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19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101826"/>
                </a:solidFill>
                <a:latin typeface="Menlo"/>
                <a:ea typeface="Menlo"/>
                <a:cs typeface="Menlo"/>
              </a:rPr>
              <a:t>results.xml, ledger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2B7820-0935-4F6C-843A-7D2A23D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7AA99A-5E57-4466-B65C-0B8FA067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19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same plain files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C725F6-13C6-4FE1-A40C-26AE6F65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86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5CDC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5BBEFA-499B-4E9E-BA1D-1279BA0C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8196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same plain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DFC2A8-7E28-4BB6-A5B9-A8260C2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2930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6D5353-905C-49CA-B2F3-5036C4B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62650"/>
            <a:ext cx="880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포팅 단위는 프롬프트가 아니라 plain files + gates다. 그래서 tool-specific guide가 아니라 workflow architecture가 남는다.</a:t>
            </a:r>
          </a:p>
        </p:txBody>
      </p:sp>
    </p:spTree>
    <p:extLst>
      <p:ext uri="{BB962C8B-B14F-4D97-AF65-F5344CB8AC3E}">
        <p14:creationId xmlns:p14="http://schemas.microsoft.com/office/powerpoint/2010/main" val="11940533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0E9B4-EC0F-4EAA-ADC3-A4E3C749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3C27D-E785-4A02-8306-8E17FAE0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3826F5-6C6F-4ED0-89AB-BAA8DD88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DEMO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1DEF9-323C-439E-875D-8232F770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데모는 PASS보다 먼저 정직한 FAIL을 보여줘야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1D1F-0C4B-4372-8428-C4DDDE2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16F75-FF99-428A-84EE-9EAD8106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EE922-6A59-4C49-A656-AD5E48AB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763CF-BA0A-4931-A16F-131BF728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A30D9-217C-47FC-A178-B6A6BF5A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A4E80-0936-4A2F-AD80-81D80B42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ghost_ip sim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0F80-37EC-4892-9D43-C5D0247E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증거 없는 IP는 즉시 FAIL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8C911-C93F-4EB9-BB1B-59C2F3B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630C-4644-41EE-A5E9-950DE65E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1:00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7007B-CC8F-432F-B006-5C9ADE7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289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5F3B5-EC66-45FF-ACFE-43CDFD2C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req 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26774-45E4-4A2B-922C-5BC8A616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requirement -&gt; obligation 파일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A5758-09F2-4E87-84DA-495DA83D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BE769-3CE2-441E-9968-7AB108B2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2:00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5DB3E-A9C7-47D3-A773-EE5374F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24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0CF1D-410D-46E4-ABED-198FB3F3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missing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A2ADA-B0E2-43CE-A6A4-17A03651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OBL 미관측이면 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82562-79F8-45A3-97C9-75D33113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ECBC2-36BA-4D7F-91C3-CDFA25D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3:30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13461-1F17-4D7C-B72A-F5920B0C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289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0D113-1C0C-4DA3-9074-6D8AD0E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scoreboard fix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268BD-1D1A-4591-A3B6-F486309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FL expected vs RTL observed ledger 생성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E4C51-F7DE-4655-8E33-B6C589A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CDB88-3182-408E-9439-70924E0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5:00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B0155-651C-4E88-8CF4-4977489C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289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11523-A503-4FB2-A8EE-D0CE5E4C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final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F8B17-FC14-43D6-AEA2-34C15C7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D7280"/>
                </a:solidFill>
                <a:latin typeface="Apple SD Gothic Neo"/>
                <a:ea typeface="Apple SD Gothic Neo"/>
                <a:cs typeface="Apple SD Gothic Neo"/>
              </a:rPr>
              <a:t>real results.xml + coverage closed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510E3B-8776-4355-92B6-C3053C9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CD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869907-F53B-4F74-98E6-1253F93D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22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6"/>
                </a:solidFill>
                <a:latin typeface="Apple SD Gothic Neo"/>
                <a:ea typeface="Apple SD Gothic Neo"/>
                <a:cs typeface="Apple SD Gothic Neo"/>
              </a:rPr>
              <a:t>관객에게 보여줄 것은 'AI가 똑똑하다'가 아니다. 시스템이 거짓 초록불을 거부한다는 사실이다.</a:t>
            </a:r>
          </a:p>
        </p:txBody>
      </p:sp>
    </p:spTree>
    <p:extLst>
      <p:ext uri="{BB962C8B-B14F-4D97-AF65-F5344CB8AC3E}">
        <p14:creationId xmlns:p14="http://schemas.microsoft.com/office/powerpoint/2010/main" val="4852712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841E7-8F86-4CDC-BEE7-97332EA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3ED4-A2B5-4BA9-BE02-811EBA13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rPr>
              <a:t>Sources: Cursor official docs for rules, hooks, skills; local ROCEV workflow notes.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F8F3D-6C84-4426-8F02-D267D644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AAB3C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4A00E-9E5B-4403-ACD6-106A655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3F3B84-4AC4-4ECC-82E9-8C9F3CB0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7F3EA"/>
                </a:solidFill>
                <a:latin typeface="Apple SD Gothic Neo"/>
                <a:ea typeface="Apple SD Gothic Neo"/>
                <a:cs typeface="Apple SD Gothic Neo"/>
              </a:rPr>
              <a:t>CLOSING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E982E-02E3-4F6D-AE08-576688AA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Cursor를 잘 쓰는 법은</a:t>
            </a:r>
          </a:p>
          <a:p xmlns:a="http://schemas.openxmlformats.org/drawingml/2006/main">
            <a:pPr algn="l">
              <a:defRPr sz="36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초록불의 의미를 바꾸는 것이다.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13D5E-FC36-4EBA-82EB-D982F98B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AB3C5"/>
                </a:solidFill>
                <a:latin typeface="Menlo"/>
                <a:ea typeface="Menlo"/>
                <a:cs typeface="Menlo"/>
              </a:rPr>
              <a:t>green is not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5CF50-DE56-460C-B647-8DFC503E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71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3F46B-ED50-426D-BBD5-C4A00C53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agent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FAD86-E7C7-4BAE-85A6-58C7C374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AB3C5"/>
                </a:solidFill>
                <a:latin typeface="Menlo"/>
                <a:ea typeface="Menlo"/>
                <a:cs typeface="Menlo"/>
              </a:rPr>
              <a:t>green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2BA4B-40A4-42F0-BE23-EEBE4CF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242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262AD-CE5A-4466-ACA1-B286F41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bounded evidence + passing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49D59-7636-49FF-BC1E-24A50C2F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AB3C5"/>
                </a:solidFill>
                <a:latin typeface="Menlo"/>
                <a:ea typeface="Menlo"/>
                <a:cs typeface="Menlo"/>
              </a:rPr>
              <a:t>workflow 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9A19-429A-437B-8259-36D0D0FD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767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53222-30B0-4458-AA43-4B9C0B5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ROCEV chain outside the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07AFC-C05C-4394-89B0-03D8072A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3C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AB3C5"/>
                </a:solidFill>
                <a:latin typeface="Menlo"/>
                <a:ea typeface="Menlo"/>
                <a:cs typeface="Menlo"/>
              </a:rPr>
              <a:t>tool 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56633-4E10-46E9-8FC7-026A116F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291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FE732-2C9E-4B86-962D-DA8B4754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replaceable execution surface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420BB-379F-442C-AAE7-13EA8DCC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1A903-A6CD-428E-8C89-59C8814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DF8"/>
                </a:solidFill>
                <a:latin typeface="Apple SD Gothic Neo"/>
                <a:ea typeface="Apple SD Gothic Neo"/>
                <a:cs typeface="Apple SD Gothic Neo"/>
              </a:rPr>
              <a:t>make green mean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94CBD-D07D-45E1-BEFE-0F40D4D9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Requirement</a:t>
            </a:r>
          </a:p>
          <a:p xmlns:a="http://schemas.openxmlformats.org/drawingml/2006/main">
            <a:pPr algn="ctr">
              <a:defRPr sz="1875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Obligation</a:t>
            </a:r>
          </a:p>
          <a:p xmlns:a="http://schemas.openxmlformats.org/drawingml/2006/main">
            <a:pPr algn="ctr">
              <a:defRPr sz="1875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Contract</a:t>
            </a:r>
          </a:p>
          <a:p xmlns:a="http://schemas.openxmlformats.org/drawingml/2006/main">
            <a:pPr algn="ctr">
              <a:defRPr sz="1875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Evidence</a:t>
            </a:r>
          </a:p>
          <a:p xmlns:a="http://schemas.openxmlformats.org/drawingml/2006/main">
            <a:pPr algn="ctr">
              <a:defRPr sz="1875" b="0">
                <a:solidFill>
                  <a:srgbClr val="D7DFE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D7DFEF"/>
                </a:solidFill>
                <a:latin typeface="Menlo"/>
                <a:ea typeface="Menlo"/>
                <a:cs typeface="Menlo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019638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2026-06-11T09:11:36.0360000Z</dcterms:created>
  <dcterms:modified xsi:type="dcterms:W3CDTF">2026-06-11T09:11:36.0360000Z</dcterms:modified>
</coreProperties>
</file>