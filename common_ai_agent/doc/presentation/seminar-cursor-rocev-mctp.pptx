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066017318c47f2" /><Relationship Type="http://schemas.openxmlformats.org/officeDocument/2006/relationships/extended-properties" Target="/docProps/app.xml" Id="R0aea76cecc90487c" /><Relationship Type="http://schemas.openxmlformats.org/officeDocument/2006/relationships/officeDocument" Target="/ppt/presentation.xml" Id="Reac830d40c844b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2d9379c9ce47cf"/>
  </p:sldMasterIdLst>
  <p:notesMasterIdLst>
    <p:notesMasterId xmlns:r="http://schemas.openxmlformats.org/officeDocument/2006/relationships" r:id="Red157e4a02844854"/>
  </p:notesMasterIdLst>
  <p:sldIdLst>
    <p:sldId xmlns:r="http://schemas.openxmlformats.org/officeDocument/2006/relationships" id="256" r:id="R43c2fd43fca8476a"/>
    <p:sldId xmlns:r="http://schemas.openxmlformats.org/officeDocument/2006/relationships" id="257" r:id="R5940bd1647a34bfc"/>
    <p:sldId xmlns:r="http://schemas.openxmlformats.org/officeDocument/2006/relationships" id="258" r:id="R4cf44609083d4e46"/>
    <p:sldId xmlns:r="http://schemas.openxmlformats.org/officeDocument/2006/relationships" id="259" r:id="Rf42c32bd814c451a"/>
    <p:sldId xmlns:r="http://schemas.openxmlformats.org/officeDocument/2006/relationships" id="260" r:id="Rd095a131b1034479"/>
    <p:sldId xmlns:r="http://schemas.openxmlformats.org/officeDocument/2006/relationships" id="261" r:id="R7b80589c49404cb7"/>
    <p:sldId xmlns:r="http://schemas.openxmlformats.org/officeDocument/2006/relationships" id="262" r:id="R83271f5e51ce41c4"/>
    <p:sldId xmlns:r="http://schemas.openxmlformats.org/officeDocument/2006/relationships" id="263" r:id="Rbd60299c4e564a19"/>
    <p:sldId xmlns:r="http://schemas.openxmlformats.org/officeDocument/2006/relationships" id="264" r:id="R225aeb0378954497"/>
    <p:sldId xmlns:r="http://schemas.openxmlformats.org/officeDocument/2006/relationships" id="265" r:id="Rbfbe80495ccb42f9"/>
    <p:sldId xmlns:r="http://schemas.openxmlformats.org/officeDocument/2006/relationships" id="266" r:id="R6df7d4c9c19e46f3"/>
    <p:sldId xmlns:r="http://schemas.openxmlformats.org/officeDocument/2006/relationships" id="267" r:id="Rd1f92a25f0144b9e"/>
    <p:sldId xmlns:r="http://schemas.openxmlformats.org/officeDocument/2006/relationships" id="268" r:id="Rd502325050a84096"/>
    <p:sldId xmlns:r="http://schemas.openxmlformats.org/officeDocument/2006/relationships" id="269" r:id="R5195ce1d78a54216"/>
    <p:sldId xmlns:r="http://schemas.openxmlformats.org/officeDocument/2006/relationships" id="270" r:id="Rd11b121ba9af4a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f41946e66e4784" /><Relationship Type="http://schemas.openxmlformats.org/officeDocument/2006/relationships/slideMaster" Target="/ppt/slideMasters/slideMaster1.xml" Id="R612d9379c9ce47cf" /><Relationship Type="http://schemas.openxmlformats.org/officeDocument/2006/relationships/notesMaster" Target="/ppt/notesMasters/notesMaster1.xml" Id="Red157e4a02844854" /><Relationship Type="http://schemas.openxmlformats.org/officeDocument/2006/relationships/presProps" Target="/ppt/presProps.xml" Id="Ra550af3c261d4204" /><Relationship Type="http://schemas.openxmlformats.org/officeDocument/2006/relationships/viewProps" Target="/ppt/viewProps.xml" Id="Rff6e101a3a0041d7" /><Relationship Type="http://schemas.openxmlformats.org/officeDocument/2006/relationships/tableStyles" Target="/ppt/tableStyles.xml" Id="Rebf502d115184f00" /><Relationship Type="http://schemas.openxmlformats.org/officeDocument/2006/relationships/slide" Target="/ppt/slides/slide1.xml" Id="R43c2fd43fca8476a" /><Relationship Type="http://schemas.openxmlformats.org/officeDocument/2006/relationships/slide" Target="/ppt/slides/slide2.xml" Id="R5940bd1647a34bfc" /><Relationship Type="http://schemas.openxmlformats.org/officeDocument/2006/relationships/slide" Target="/ppt/slides/slide3.xml" Id="R4cf44609083d4e46" /><Relationship Type="http://schemas.openxmlformats.org/officeDocument/2006/relationships/slide" Target="/ppt/slides/slide4.xml" Id="Rf42c32bd814c451a" /><Relationship Type="http://schemas.openxmlformats.org/officeDocument/2006/relationships/slide" Target="/ppt/slides/slide5.xml" Id="Rd095a131b1034479" /><Relationship Type="http://schemas.openxmlformats.org/officeDocument/2006/relationships/slide" Target="/ppt/slides/slide6.xml" Id="R7b80589c49404cb7" /><Relationship Type="http://schemas.openxmlformats.org/officeDocument/2006/relationships/slide" Target="/ppt/slides/slide7.xml" Id="R83271f5e51ce41c4" /><Relationship Type="http://schemas.openxmlformats.org/officeDocument/2006/relationships/slide" Target="/ppt/slides/slide8.xml" Id="Rbd60299c4e564a19" /><Relationship Type="http://schemas.openxmlformats.org/officeDocument/2006/relationships/slide" Target="/ppt/slides/slide9.xml" Id="R225aeb0378954497" /><Relationship Type="http://schemas.openxmlformats.org/officeDocument/2006/relationships/slide" Target="/ppt/slides/slide10.xml" Id="Rbfbe80495ccb42f9" /><Relationship Type="http://schemas.openxmlformats.org/officeDocument/2006/relationships/slide" Target="/ppt/slides/slide11.xml" Id="R6df7d4c9c19e46f3" /><Relationship Type="http://schemas.openxmlformats.org/officeDocument/2006/relationships/slide" Target="/ppt/slides/slide12.xml" Id="Rd1f92a25f0144b9e" /><Relationship Type="http://schemas.openxmlformats.org/officeDocument/2006/relationships/slide" Target="/ppt/slides/slide13.xml" Id="Rd502325050a84096" /><Relationship Type="http://schemas.openxmlformats.org/officeDocument/2006/relationships/slide" Target="/ppt/slides/slide14.xml" Id="R5195ce1d78a54216" /><Relationship Type="http://schemas.openxmlformats.org/officeDocument/2006/relationships/slide" Target="/ppt/slides/slide15.xml" Id="Rd11b121ba9af4a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125c4d533647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09c217d6f843e5" /><Relationship Type="http://schemas.openxmlformats.org/officeDocument/2006/relationships/notesMaster" Target="/ppt/notesMasters/notesMaster1.xml" Id="Ra2b9d3b240db4c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ef41ceec9c43a6" /><Relationship Type="http://schemas.openxmlformats.org/officeDocument/2006/relationships/notesMaster" Target="/ppt/notesMasters/notesMaster1.xml" Id="R756e465c04d14c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2ddc830a334190" /><Relationship Type="http://schemas.openxmlformats.org/officeDocument/2006/relationships/notesMaster" Target="/ppt/notesMasters/notesMaster1.xml" Id="Rad96cd62284b41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20a720e546418f" /><Relationship Type="http://schemas.openxmlformats.org/officeDocument/2006/relationships/notesMaster" Target="/ppt/notesMasters/notesMaster1.xml" Id="Re8e55f6fcb4f4f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1b7a2576004d10" /><Relationship Type="http://schemas.openxmlformats.org/officeDocument/2006/relationships/notesMaster" Target="/ppt/notesMasters/notesMaster1.xml" Id="Rf858bb7d1a4245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64e8a9bd5b4472" /><Relationship Type="http://schemas.openxmlformats.org/officeDocument/2006/relationships/notesMaster" Target="/ppt/notesMasters/notesMaster1.xml" Id="R22869b26db244f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e83f31bb794b33" /><Relationship Type="http://schemas.openxmlformats.org/officeDocument/2006/relationships/notesMaster" Target="/ppt/notesMasters/notesMaster1.xml" Id="R2507768e25584e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f5f6e129844ff0" /><Relationship Type="http://schemas.openxmlformats.org/officeDocument/2006/relationships/notesMaster" Target="/ppt/notesMasters/notesMaster1.xml" Id="Rbf897428232249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9e1f6ba9c94d45" /><Relationship Type="http://schemas.openxmlformats.org/officeDocument/2006/relationships/notesMaster" Target="/ppt/notesMasters/notesMaster1.xml" Id="R60e980afe88247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8cc26217b844fe" /><Relationship Type="http://schemas.openxmlformats.org/officeDocument/2006/relationships/notesMaster" Target="/ppt/notesMasters/notesMaster1.xml" Id="R13397944d3f445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012fe0ac2d44a7" /><Relationship Type="http://schemas.openxmlformats.org/officeDocument/2006/relationships/notesMaster" Target="/ppt/notesMasters/notesMaster1.xml" Id="R9fe2659acd6d48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87bc8db56e4bae" /><Relationship Type="http://schemas.openxmlformats.org/officeDocument/2006/relationships/notesMaster" Target="/ppt/notesMasters/notesMaster1.xml" Id="R0db660713ea84a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99dead6b5e4f0d" /><Relationship Type="http://schemas.openxmlformats.org/officeDocument/2006/relationships/notesMaster" Target="/ppt/notesMasters/notesMaster1.xml" Id="R3d2508eaee0140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c5ed658c7e40df" /><Relationship Type="http://schemas.openxmlformats.org/officeDocument/2006/relationships/notesMaster" Target="/ppt/notesMasters/notesMaster1.xml" Id="Ra30bccadf49e4f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24bc1862c14406" /><Relationship Type="http://schemas.openxmlformats.org/officeDocument/2006/relationships/notesMaster" Target="/ppt/notesMasters/notesMaster1.xml" Id="Rcfbc658c184049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09a58b96648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0909e79e2d4fe9" /><Relationship Type="http://schemas.openxmlformats.org/officeDocument/2006/relationships/slideLayout" Target="/ppt/slideLayouts/slideLayout1.xml" Id="Rbadd8ec24e544c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dd8ec24e544c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4de14968843e3" /><Relationship Type="http://schemas.openxmlformats.org/officeDocument/2006/relationships/notesSlide" Target="/ppt/notesSlides/notesSlide1.xml" Id="R8e88c4e7daab47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6f7d07cd240d2" /><Relationship Type="http://schemas.openxmlformats.org/officeDocument/2006/relationships/notesSlide" Target="/ppt/notesSlides/notesSlide2.xml" Id="R3e0c2beb487849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d3a97b734489a" /><Relationship Type="http://schemas.openxmlformats.org/officeDocument/2006/relationships/notesSlide" Target="/ppt/notesSlides/notesSlide3.xml" Id="R27449bf133a441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b9cd057d04590" /><Relationship Type="http://schemas.openxmlformats.org/officeDocument/2006/relationships/notesSlide" Target="/ppt/notesSlides/notesSlide4.xml" Id="R1c516acce3414d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3b7abb1ce4100" /><Relationship Type="http://schemas.openxmlformats.org/officeDocument/2006/relationships/notesSlide" Target="/ppt/notesSlides/notesSlide5.xml" Id="Rdc86847711034c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0a84b4b734692" /><Relationship Type="http://schemas.openxmlformats.org/officeDocument/2006/relationships/notesSlide" Target="/ppt/notesSlides/notesSlide6.xml" Id="R0b6c1fcf14094a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5adee5c2149f0" /><Relationship Type="http://schemas.openxmlformats.org/officeDocument/2006/relationships/notesSlide" Target="/ppt/notesSlides/notesSlide7.xml" Id="R0a90dee4179c4c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3dc5ec757428a" /><Relationship Type="http://schemas.openxmlformats.org/officeDocument/2006/relationships/notesSlide" Target="/ppt/notesSlides/notesSlide8.xml" Id="R11030fbf92bd4c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c66fc95f74032" /><Relationship Type="http://schemas.openxmlformats.org/officeDocument/2006/relationships/notesSlide" Target="/ppt/notesSlides/notesSlide9.xml" Id="R118f051430ec46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d65a2be074949" /><Relationship Type="http://schemas.openxmlformats.org/officeDocument/2006/relationships/notesSlide" Target="/ppt/notesSlides/notesSlide10.xml" Id="R28afde0756b446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6c1f2a4b94dd7" /><Relationship Type="http://schemas.openxmlformats.org/officeDocument/2006/relationships/notesSlide" Target="/ppt/notesSlides/notesSlide11.xml" Id="Rb826ebac868144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95df342604c74" /><Relationship Type="http://schemas.openxmlformats.org/officeDocument/2006/relationships/notesSlide" Target="/ppt/notesSlides/notesSlide12.xml" Id="R85b64605258f4c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4d1e626d646f8" /><Relationship Type="http://schemas.openxmlformats.org/officeDocument/2006/relationships/notesSlide" Target="/ppt/notesSlides/notesSlide13.xml" Id="Rbcc992ad92204e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ba5ce51474c7d" /><Relationship Type="http://schemas.openxmlformats.org/officeDocument/2006/relationships/notesSlide" Target="/ppt/notesSlides/notesSlide14.xml" Id="R847f63fc9b674a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f453bba564012" /><Relationship Type="http://schemas.openxmlformats.org/officeDocument/2006/relationships/notesSlide" Target="/ppt/notesSlides/notesSlide15.xml" Id="Rd9a25347befd41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62800-E164-44DB-81E5-BEB3711C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E2EB5F-2089-47A6-A091-E77D9B63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9E2276-B17B-4287-B9B5-37B6A1EC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CURSOR SEMINAR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4F579-B94E-4E10-A784-761864EE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MCTP 예시로 보는 ROCEV와 Cursor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331E5-6C1B-49D2-A96A-2FC7DE94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56B99-582B-401F-96E7-1B9C59F9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local sources: mctp_assembler_scratch/*, .cursor/*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0977E-9EC8-4DF5-BF74-A2C51295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3304D-59F7-4BF2-9A1F-FE203F39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AI가 쓴 RTL을 바로 믿자는 이야기가 아니라,</a:t>
            </a:r>
          </a:p>
          <a:p xmlns:a="http://schemas.openxmlformats.org/drawingml/2006/main">
            <a:pPr algn="l">
              <a:defRPr sz="19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무엇을 확인했는지 파일로 남기는 방법을 보는 시간입니다.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E93BB-1C89-4204-9680-6ABCB2CE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47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0CEB1-B1F5-4768-A8E8-EE9229AE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23A78-0A31-4E6F-89F4-DF11C2B6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617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러닝 예시: AXI4 write로 들어온 PCIe VDM TLP를 MCTP payload로 조립하고, SRAM/descriptor/readback까지 확인하는 작은 IP.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85E58-2004-4BC6-BC8E-A750F643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048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48291-C976-49B0-B332-89E36E23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62303-0310-4B4E-962F-5EDBB0D1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26/26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473F8-4D7F-4732-9D3D-A281C263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908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directed scenarios observed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A1C58-D48B-40C9-8DF7-14022F4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861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A9950-D894-48B0-906D-7BBA43F8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86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0F581-C94A-4F4C-B824-C2284EFC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simulation evidence 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365C8-7485-409F-808D-CE59A2E9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814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1D198-609A-4CF0-9D62-777880CC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3/3 sim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97F19-486C-4035-90DD-0149A30F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0"/>
            <a:ext cx="2209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E79A0-242C-4D5B-AAE0-DB4DFD03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톤: 거창한 프레임보다, 실제 예시를 따라가며 보기</a:t>
            </a:r>
          </a:p>
        </p:txBody>
      </p:sp>
    </p:spTree>
    <p:extLst>
      <p:ext uri="{BB962C8B-B14F-4D97-AF65-F5344CB8AC3E}">
        <p14:creationId xmlns:p14="http://schemas.microsoft.com/office/powerpoint/2010/main" val="3715681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71298D-A214-41B1-844E-12236FA7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8A1C2B8-1264-47AF-B426-EAFB3CD1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0143EA7-5C7F-445F-9F43-2AE12899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STARTING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04515-4ABF-497D-A1A5-8D82D639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문제는 AI라기보다, 확인 단위가 흐릿한 데서 생깁니다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33985-50F0-4CE6-8E2B-D9EB5668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04D2E-E615-42BF-B13A-CD63E3FC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seminar framing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3ED14-72FE-4017-877F-9098A227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F57F3-3939-4176-82F2-54C3B329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91264-FF4F-4689-898F-E13346D5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420CA-D496-4172-890A-FD81C2D8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4B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64B4B"/>
                </a:solidFill>
                <a:latin typeface="Apple SD Gothic Neo"/>
                <a:ea typeface="Apple SD Gothic Neo"/>
                <a:cs typeface="Apple SD Gothic Neo"/>
              </a:rPr>
              <a:t>흐릿한 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8383F-3CBF-4D0C-9AED-08A36447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4386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“MCTP assembler RTL 만들어줘.”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결과가 그럴듯해도 무엇을 맞췄는지 말하기 어렵습니다.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9B235-9CF4-4932-AB84-D30BE828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C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A7AD8-7B7C-4AE3-A31F-B27A6124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41ED5-36DF-4B81-BAAA-4D11F965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확인 가능한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C1EAD-B3E0-4F9D-B838-E2339A3C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44386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“한 AXI write transaction은 한 PCIe VDM TLP이고, payload만 256-bit SRAM에 hole 없이 pack하며, descriptor/readback 증거를 남긴다.”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1D76B-9603-47F1-8D8A-CDEC9D4A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625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ROCEV는 대단한 이름을 붙이려는 게 아니라, 이 차이를 슬라이드와 파일에서 보이게 하는 정리법입니다.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67E02-DB00-45C5-9401-E6A41833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146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BF92D-21A5-454A-8937-B394FB82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765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구체화</a:t>
            </a:r>
          </a:p>
        </p:txBody>
      </p:sp>
    </p:spTree>
    <p:extLst>
      <p:ext uri="{BB962C8B-B14F-4D97-AF65-F5344CB8AC3E}">
        <p14:creationId xmlns:p14="http://schemas.microsoft.com/office/powerpoint/2010/main" val="7287208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63C279-71D8-4D2D-8817-B68593F5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DC05290-0FBA-452D-8397-CE7959A2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F8FD55-90A5-4473-BD1C-67832547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MCTP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F7836-D3E2-424B-94DA-20117D33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예시는 이 데이터 경로 하나로 고정합니다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DC46B-0694-4F5C-94EF-AD94D570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6776A-EAFA-4051-A640-AA8115A0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mctp_assembler_scratch/req/mctp_assembler_scratch_requirements.md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24013-7C9F-4528-98CF-BC4C7EE0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8A212-9BD5-4EF3-8CAC-783FEEFD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766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5769C-C081-4C7D-9BD7-2817F7D0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AXI4 write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23EBE-C269-4313-8F72-847508C5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one transaction</a:t>
            </a:r>
          </a:p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= one VDM TLP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372EA-522F-49D6-9139-B62BB2CE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908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96E11-48AB-489A-A9EA-6F7DAA09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76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C6302-9B35-4BBB-B010-4E37B215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050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VDM filter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27774-016F-4331-99F3-478C19CC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0985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MCTP-over-</a:t>
            </a:r>
          </a:p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PCIe-VDM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BE67A-F9E4-4B4F-8622-244C50D9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908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B90DE-ECFC-420B-840A-A87D347E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E8518-70E9-4320-8243-218E556B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050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MCTP parse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17120-766C-4675-BA1D-C58238CB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EID, SOM/EOM,</a:t>
            </a:r>
          </a:p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tag, seq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E79BF-9D6B-4AF9-BC39-DE10224A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908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B243C-8DE4-4154-B8C6-051A07F3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779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A6D15-0AD6-402C-8804-C4890BEB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Context 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C9747-4521-45C7-8404-F23D7CD0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interleaved</a:t>
            </a:r>
          </a:p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message keys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3E890-025C-4644-879A-06F596CB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43202-89AD-4DC1-8D18-4F44078E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7170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D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1497D-B63F-49A3-A28F-735C3F92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SRAM packer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369102-6EBC-4718-BB24-2ADA3E08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985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payload only,</a:t>
            </a:r>
          </a:p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no holes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2A2705-8E7E-4508-B8AA-0E0A57A9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908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07F39B-3904-47FB-8CD6-3F54F03E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7170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D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198F7-3312-412C-AEC1-867129E9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050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Descriptor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CB8B67-A7C0-4A49-83E6-CFFB3C1A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APB status +</a:t>
            </a:r>
          </a:p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AXI readback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36826D-5917-4638-9C7A-E6BD2E02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9867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8E0D64-20E7-4A5E-87E7-E01151F0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C32FC4-EEB0-4BF3-9AF5-A2B0B028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956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이 예시가 좋은 이유: header 제거, fragment 조립, interleave, drop 정책, SRAM byte strobe까지 있어서 “그냥 테스트 통과”라고 말하기 어렵습니다.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1087BE-7818-491C-A82F-A2A6DE3D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925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발표에서는 이 경로를 계속 따라가며 R -&gt; O -&gt; C -&gt; E -&gt; V가 어디에 놓이는지만 봅니다.</a:t>
            </a:r>
          </a:p>
        </p:txBody>
      </p:sp>
    </p:spTree>
    <p:extLst>
      <p:ext uri="{BB962C8B-B14F-4D97-AF65-F5344CB8AC3E}">
        <p14:creationId xmlns:p14="http://schemas.microsoft.com/office/powerpoint/2010/main" val="1748225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6F81A1-6BC8-447E-971F-EC485029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D880DA-B1FB-4DC8-AC17-9ACBFF04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06F4EF1-24A3-49ED-9229-C6FDAB61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ROCEV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7F606-24CD-41A1-B9A6-BF4F402E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MCTP 예시 하나를 다섯 칸으로 펴면 이렇게 보입니다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EAFEE-D324-4406-AAEE-AA733129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30CBC-5ECE-423C-94B4-B4FFEAF3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req + yaml + sim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600E6-31CF-4045-963D-6747B384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00B11-9FCF-4D02-AE3A-87168CDF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CA309-D985-4C66-8385-59801A79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7B6A8-40CD-466C-9F3E-58EA5A65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097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FBC24-3E87-4206-BCF7-1375A1CC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05000"/>
            <a:ext cx="2009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Obligation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89A6F-2C77-4D2F-8509-D9E6DAE8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809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92D30-178B-47C0-BB5C-A36597E6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050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Contract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123B9-1FB7-4184-BEE6-E9BBBB98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09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94C6E-18A2-4287-98B3-20655247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050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27344-C941-40D1-AAB4-240A01E1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809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33003-6492-4179-A465-8E7DBDCA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9050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7DA09-7F1A-410E-B3DC-92B72A82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095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605DF-B22D-42D3-98D7-E7E7AAD2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8669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한 AXI write transaction은 한 PCIe VDM TLP. MCTP payload만 조립해서 SRAM에 저장.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A38B8-C2DA-4741-B272-CCC68043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66950"/>
            <a:ext cx="2238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098ED-7955-486A-B0CE-8D52630D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62200"/>
            <a:ext cx="20097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TLP boundary, MCTP key, interleave, SRAM no-hole, descriptor/readback, drop-no-mutation.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61AB5-0D77-4CAE-8446-F20D931B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266950"/>
            <a:ext cx="2381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66436-7C84-464C-9C8B-026A275B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62200"/>
            <a:ext cx="21526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SSOT FM refs: FM_ACCEPT_AXI_TLP, FM_PARSE_MCTP, FM_SRAM_PACK_WRITE, FM_AXI_READBACK.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74AB33-5E8B-44D2-829B-8F9E91C2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66950"/>
            <a:ext cx="2381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0610F6-8910-428F-A8AB-BAF18B24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62200"/>
            <a:ext cx="21526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scoreboard_events.jsonl, contract_v2_events.jsonl, scenario_e2e_summary.json, sim_report.txt.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8BDE86-0BA0-428B-9113-CD755FF9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66950"/>
            <a:ext cx="2190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A95E17-B574-482F-90C0-4A734B05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62200"/>
            <a:ext cx="19621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stage_gate + check_sim_disk + check_truth_coverage. 26/26 scenarios, 86 rows, 0 issues.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671A77-AF70-49DF-9F53-88B683A1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핵심은 용어가 아니라 trace입니다. 요구 문장이 어떤 obligation으로 쪼개졌고, 어떤 파일이 그걸 봤는지 이어집니다.</a:t>
            </a:r>
          </a:p>
        </p:txBody>
      </p:sp>
    </p:spTree>
    <p:extLst>
      <p:ext uri="{BB962C8B-B14F-4D97-AF65-F5344CB8AC3E}">
        <p14:creationId xmlns:p14="http://schemas.microsoft.com/office/powerpoint/2010/main" val="14540513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3013CE-7429-47BD-A258-9528C6E1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B34A69B-3F0B-4E4C-ADCB-8BFC821E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ABCC45A-2594-48DC-B724-D59E2CB4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REQUIREMENT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327D0-FE43-4825-9035-768758B2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요구사항은 자연어지만, 경계 조건까지 내려와야 쓸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BCCA5-682A-46BD-B739-47C9D9CD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F466D-1493-47BD-9044-1A6953F3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mctp_assembler_scratch/req/mctp_assembler_scratch_requirements.md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6E61F-CE05-4BF4-BCA6-FEECD82B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06BB6-A73D-4F4A-B0D0-7FCAD981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C850D-6BB6-4C45-8D50-85958BB8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464820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AXI4 write transaction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-&gt; raw PCIe VDM TLP bytes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-&gt; MCTP-over-PCIe-VDM packet validation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-&gt; MCTP transport header decode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-&gt; packet payload assembly by message key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-&gt; payload-only 256-bit SRAM writes + descriptor/status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F4258-5185-490B-9FC6-0A628A26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334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5E663-400D-446C-9981-CE2B86B1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EE0FE-05F5-4103-9728-09C71CCF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locked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D7711-8C8B-4B04-9780-E59C5E01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24125"/>
            <a:ext cx="4619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AXI_DATA_WIDTH = 256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WSTRB width = 32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one write transaction = one TLP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supports interleaving by message key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external SRAM stores payload/body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3A97E-4010-41C8-AADC-D9A3D5A4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9829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C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216F3-86D5-46A2-AB78-FBC92590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A181C-88E2-45B4-A0E2-545494C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0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좋은 requirement의 모습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BBDD1-B6BD-4676-AC90-171D1D08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950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나중에 TB가 볼 수 있는 말로 바뀔 여지가 있습니다. 예: “payload-only”는 sram_wr_strb/data 관측으로, “interleaving”은 two-key scenario로 내려갑니다.</a:t>
            </a:r>
          </a:p>
        </p:txBody>
      </p:sp>
    </p:spTree>
    <p:extLst>
      <p:ext uri="{BB962C8B-B14F-4D97-AF65-F5344CB8AC3E}">
        <p14:creationId xmlns:p14="http://schemas.microsoft.com/office/powerpoint/2010/main" val="14014968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9F94B-48FF-49EA-98C6-D8934A8A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0F177EB-17F1-4668-9CDE-8DCCDB00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52B1CCF-BE6F-4E64-8FBA-574DA338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OBLIGATION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2158C-AAAA-40C7-B559-9EB5D165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Obligation은 “무엇을 관측하면 닫히는지”까지 적습니다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3D374-E0B5-45D6-BA2D-536679A0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84703-9EE5-4B5A-876D-D3B09B8D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mctp_assembler_scratch/yaml/mctp_assembler_scratch.ssot.yaml; sim/scenario_e2e_summary.json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4EB04-950F-4519-8839-7CBC6D75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884EF-0567-44E2-88DD-377D3337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EA9AC-FF48-474A-BF1E-1753480B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obligation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C8C2E-0F8E-4E5D-9438-40574335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5260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E9ED3-5B03-4792-9120-7352F20E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47850"/>
            <a:ext cx="3295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관측해야 하는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B1927-4EEB-4AAA-91B9-51216C71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E690D-FA6D-4523-BD91-3238BDDE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424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예시 scenario /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8F53A-0E53-4351-BFB7-0EE26989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540BD-17A7-444A-B132-639AAA77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OBL_AXI_TLP_BOUNDARY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9D4F7-4AD7-48FA-ADCD-C3DD530D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352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F23914-11F9-4486-A3FB-8182B910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3295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AWLEN+WLAST+WSTRB로 한 TLP byte stream이 만들어지는가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1031F-34C5-4020-9F47-08791B47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5CC60-1E2D-4912-BCE0-E6FAE692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4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SC_VALID_SINGLE_PACKET, SC_MAX_TU_4096_129_BEATS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9BC62-EE9B-45E2-B8E3-338131FC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DBFFE-2FC5-4EC7-BA1E-C54A95FB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OBL_INTERLEAVE_CONTEXT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D0A7AF-F5A9-4D4C-9D31-AF942A2F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352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B5D45E-7D05-4DD8-9A58-DD1A2218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76550"/>
            <a:ext cx="3295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source EID + tag owner + message tag key가 섞이지 않는가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90BF0-3E82-4131-9557-3F3FB6C5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BC12F-A4C9-4D58-A7D7-8A731106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6550"/>
            <a:ext cx="424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SC_INTERLEAVE_TWO_KEYS, SC_INTERLEAVE_TWO_Q_COMPLETE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09050-AFB8-4F68-A9A0-9EE03A6E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CFAAAE-95AB-4A3A-AE41-43AD2255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OBL_SRAM_PACK_NO_HOLES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3AAEF1-7548-4CBD-9659-0FCAEE52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90900"/>
            <a:ext cx="352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31AA22-D792-49D3-840E-5C747C82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86150"/>
            <a:ext cx="3295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payload bytes가 32-byte word 안에서 빈칸 없이 이어지는가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6A5BCC-F996-43A8-BD8F-C59BD5A0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1203F1-CE28-4963-9FD0-D47E25FC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24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SC_UNALIGNED_SRAM_PACK_NO_HOLES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875486-4A8F-46BA-B331-98D718BF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48099D-CA8E-4A85-BDEF-566946FF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OBL_DESCRIPTOR_READBACK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617B28-ABFE-4E92-BB4F-2353EF81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352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3B623D-EC32-41F0-8E1B-E23E9798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95750"/>
            <a:ext cx="3295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descriptor가 payload_base/len을 주고 AXI readback이 trim되는가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7CC427-6B35-4720-86FC-1E1C6A10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52EC5C-380A-4EBB-ABE5-C64FB61D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424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SC_AXI_READBACK_TRIM, SC_APB_REGS_PER_Q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75B25F-980F-4ECA-B0B0-DE742481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29A646-36AC-486F-835E-FF855C41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OBL_DROP_NO_MUTATION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EABCE1-393E-4295-A3FC-6C9637EC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10100"/>
            <a:ext cx="352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9AC5B1-4F94-431D-960F-FCFF1595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05350"/>
            <a:ext cx="3295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bad packet이 SRAM write/context update 없이 drop되는가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9B4A50-0640-47F4-AFEE-26524345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7FDEDC-D5EE-4681-8B6C-B91A2975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05350"/>
            <a:ext cx="424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PD_BAD_MCTP_HEADER and drop scenarios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3712BC-6741-46CE-BAD8-4E0F82AF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98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이 정도면 Cursor/Claude/Codex가 stage를 움직일 때도 “완료”의 의미가 덜 흔들립니다.</a:t>
            </a:r>
          </a:p>
        </p:txBody>
      </p:sp>
    </p:spTree>
    <p:extLst>
      <p:ext uri="{BB962C8B-B14F-4D97-AF65-F5344CB8AC3E}">
        <p14:creationId xmlns:p14="http://schemas.microsoft.com/office/powerpoint/2010/main" val="19278683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D09258-B79D-473A-920E-C2B81E77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26CAC81-80F3-448D-A99E-77552F40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DB6FA3-1429-4E8D-AB60-4CE1BA37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125AE-5570-4C56-9DE4-AE2445AC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Contract는 “정답을 누가 말하는가”를 파일로 고정합니다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157B7-656D-408F-A152-5AACE615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98D22-9DFD-4FE3-9584-DAE494A8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mctp_assembler_scratch/yaml/mctp_assembler_scratch.ssot.yaml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F7A20-AFCF-42D1-B25B-E91B1066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2DB6F-3BE7-4611-ACE4-0677D4E8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766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ECE10-CF85-4BCD-8BB6-0FE8B845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axi_write_ingress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8E1EF-E1E3-45DB-937F-EA4BCFF6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FM_ACCEPT_AXI_TLP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804FF-7D84-4B07-B553-DC810988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241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06BA1-3EA6-4AA3-B9B1-56110E27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76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09A08-47A7-4024-9CAF-1AADD25B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717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vdm_parser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D6B1B-BCF4-4DE9-948E-F33DD5EA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FM_FILTER_VDM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6BDF3-F763-4BAE-A624-DDD4DB41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CE1DB-605E-4E72-996B-C5DACA24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383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0108D-A557-4439-8102-3DDCCB60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717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mctp_parser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D216D-E239-4247-A6B9-723EC72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765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FM_PARSE_MCTP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8E569-C73E-41BC-BC76-9D7CEAE3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C2536-2FD6-4CCE-BED5-1AEB86DA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779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5BAF18-2BF3-42CB-81FC-22E45785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context_table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9384F-C8D7-43C7-8BC8-81597B08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FM_ASSEMBLE_FRAGMENT</a:t>
            </a:r>
          </a:p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FM_COMPLETE_MESSAGE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D67CB-13AD-41DD-A07A-F30696B6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241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C3FA0-3369-42C3-B183-F1A0BABA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383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D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98B1E-B97B-462E-8390-56B3A7DE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717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sram/readback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04522F-C22E-4A5C-9A7C-8CA2083A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FM_SRAM_PACK_WRITE</a:t>
            </a:r>
          </a:p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FM_AXI_READBACK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59F50-E34B-4E5E-8D44-06AE1F7F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981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DE5692-A1E9-42E8-824B-13F0099F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60042-BE08-4D98-9B04-147514AB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771900"/>
            <a:ext cx="9505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TB가 임의 기준으로 PASS를 만들지 않게 하려면, “RTL observed == SSOT/FunctionalModel expected” 형태의 기준이 먼저 있어야 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90A906-6A32-4973-AB85-8366FB13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0150"/>
            <a:ext cx="975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발표에서는 이걸 큰 이론으로 설명하기보다, SSOT YAML의 function_model_refs가 실제 파일명과 어떻게 연결되는지 보여주면 충분합니다.</a:t>
            </a:r>
          </a:p>
        </p:txBody>
      </p:sp>
    </p:spTree>
    <p:extLst>
      <p:ext uri="{BB962C8B-B14F-4D97-AF65-F5344CB8AC3E}">
        <p14:creationId xmlns:p14="http://schemas.microsoft.com/office/powerpoint/2010/main" val="16766421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125446-A773-4501-88B4-DEF6480F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3A4D9D2-44B1-452A-8CFB-0ABC58E8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1973BBC-347D-4714-B9BF-AF85E7A0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555CF-7A9D-44E0-BA45-DE1958EB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Evidence는 “테스트 돌림”이 아니라, 나중에 다시 열어볼 파일입니다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527CA-B623-48FD-BFC2-9D37E06B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E8783-2E1D-4D40-9A58-B65C2E77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mctp_assembler_scratch/sim/*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36947-6E7A-43B6-AFEB-6D0804D7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F05E5-7A8A-48C0-B254-1332DC86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33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5DD8A-4B3F-4D15-9DFF-26403264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3/3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465FC-6E56-4AA5-87EF-6448D845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0669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sim_report.txt: TESTS=3 PASS=3 FAIL=0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FD09A-8250-4857-9162-9C69186F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09750"/>
            <a:ext cx="2333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32657-64BB-46B8-B1ED-2E69BCE6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85950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26/26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1162E-021D-4430-A535-5605F6FD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20669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scenario_e2e_summary.json: missing=0, failed=0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BF8B1-B2B8-4B87-8603-FABFD27B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333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70ACF-8FFE-4F69-93BE-515879F4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85950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86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DF800-9129-4F35-BCFC-74685B86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09800"/>
            <a:ext cx="20669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simulation_quality.json rows across 13 classes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201B4-A68A-410D-A711-A79D0A57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9750"/>
            <a:ext cx="2333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75AD1-1AEA-439E-999F-21629E31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85950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0F52F-1AB6-4C91-AFE9-5647B0AF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09800"/>
            <a:ext cx="20669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issues + missing required observables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7F3E4-CCC8-4929-BD19-99F8AB9C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10287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7EE71-52C8-4648-82B9-5A41F5BA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41834-E72E-4050-A580-E9471D71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33775"/>
            <a:ext cx="996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contract_v2_events.jsonl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B24F8B-D395-491E-B4DB-8B6012BA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9963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CONTRACT_V2_SRAM_BACKPRESSURE</a:t>
            </a:r>
          </a:p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sram_wr_valid=1, sram_wr_ready=0, addr/data/strb stable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CONTRACT_V2_APB_Q_PAYLOAD_COUNT_AFTER_UPDATE</a:t>
            </a:r>
          </a:p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payload_byte_count=17, pready=1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D968B-B37C-4560-ADF7-411C78A6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43500"/>
            <a:ext cx="7848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C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0A225C-15EB-4BB0-A3DE-373FD9FD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435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686B8-DFF3-4FDA-81D2-6213D839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95900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여기서 말하는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F8537-E2E9-4AF9-AB70-97872B10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19750"/>
            <a:ext cx="7524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사람이 눈으로 읽는 로그만이 아니라, gate가 다시 읽을 수 있는 JSONL/XML/summary 파일입니다.</a:t>
            </a:r>
          </a:p>
        </p:txBody>
      </p:sp>
    </p:spTree>
    <p:extLst>
      <p:ext uri="{BB962C8B-B14F-4D97-AF65-F5344CB8AC3E}">
        <p14:creationId xmlns:p14="http://schemas.microsoft.com/office/powerpoint/2010/main" val="1354849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9ED01F-35A9-40C0-9B05-EB847BE2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5FA7ECA-EF01-487E-A39A-3D007041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DEA920D-22C3-4B65-BCCB-CA13DC49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FA798-E564-4BE0-879A-C5650184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PASS는 한 파일이 아니라, 여러 작은 확인이 맞을 때 말합니다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01082-B1A3-4202-8DD4-208A4B80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07A55-6CA2-44A9-B7D2-1E764E42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.cursor/workflow/* gate scripts; mctp_assembler_scratch/sim/*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41154-763C-439C-A419-F8634EE3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A0ADF-4505-4DBC-BF86-6A97A94D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363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9525">
            <a:solidFill>
              <a:srgbClr val="287D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74BF7-9A5A-4E57-8FE3-E0E42715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193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sim_report PASS + scenario coverage PASS + observable quality PASS + truth coverage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33CFC-BD64-4E18-BB44-F16C2B58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9791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EBBB4-BC1F-4C2D-8531-26B12265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9486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&lt;ip&gt;/tb/cocotb/test_runner.py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ATLAS_COV_BLOCK_IS_FAIL=0 python3 .cursor/workflow/req-gen/scripts/stage_gate.py sim &lt;ip&gt; --root .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.cursor/workflow/sim/scripts/check_sim_disk.py &lt;ip&gt;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.cursor/workflow/reqcov/scripts/check_truth_coverage.py &lt;ip&gt; --root 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23285-110A-4996-A7E7-5FDE473F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62500"/>
            <a:ext cx="902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D4810-3635-447D-8CA9-6A3E5D34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62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AC5D7-1609-4A4E-B8EA-101C65B6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14900"/>
            <a:ext cx="870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4B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64B4B"/>
                </a:solidFill>
                <a:latin typeface="Apple SD Gothic Neo"/>
                <a:ea typeface="Apple SD Gothic Neo"/>
                <a:cs typeface="Apple SD Gothic Neo"/>
              </a:rPr>
              <a:t>작은 주의점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8A68B-61B5-4A74-B9C0-EF78E31C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38750"/>
            <a:ext cx="870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results.xml 하나만 보고 끝내지 않습니다. 빈 XML, 오래된 summary, 잘린 로그는 좋은 evidence가 아닙니다. 그래서 sim_report, scoreboard/event rows, scenario summary, coverage를 같이 봅니다.</a:t>
            </a:r>
          </a:p>
        </p:txBody>
      </p:sp>
    </p:spTree>
    <p:extLst>
      <p:ext uri="{BB962C8B-B14F-4D97-AF65-F5344CB8AC3E}">
        <p14:creationId xmlns:p14="http://schemas.microsoft.com/office/powerpoint/2010/main" val="12231862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869708-B0A4-4F37-9E81-D16ECA1A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DBA0CD-7ED2-4158-941D-8F764D32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4E60723-C052-48E3-8D2E-85ECA7D7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CURSOR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D850B-7683-4166-BB1B-8BF770CB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Cursor 부분은 이 네 가지 표면으로 예시를 보여주면 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6D6BA-3B78-4174-B9DC-F42F5B84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3F2CC-176C-40FA-8206-741AC8CF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official docs: cursor.com/docs/rules, /hooks, /skills, /subagents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C45E8-C202-43F3-8168-D1E9A31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CED79-EC34-44F2-8155-2F5EB20F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381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C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C995F-A547-4471-BD92-ABC3C32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5DD5F-B228-4CA1-A468-4DF3D37D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CDD97-21DA-4AF7-82CA-EDB79ED9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2057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작업 중 계속 깔리는 규칙</a:t>
            </a:r>
          </a:p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예: SSOT가 authority, sim output 자르지 않기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1918D-059D-4C08-B7D9-07F5C7A1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57400"/>
            <a:ext cx="2381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32B67-A3B9-4E37-A7EE-676DBBA3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574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F781F-2EF6-45BA-9F97-DD7AE962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Skills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00927-793B-4522-AB0F-AAA33246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33650"/>
            <a:ext cx="2057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반복 절차를 명령 묶음으로</a:t>
            </a:r>
          </a:p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예: rocev-chain이 req-&gt;rtl-&gt;tb-&gt;sim 순서 제공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E331B-46E1-4970-AAEC-C0D4233B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57400"/>
            <a:ext cx="2381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DC694-18F8-4026-AE52-B2377D14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574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BB4F4-0104-4A1D-941E-2A35D9F4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4B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64B4B"/>
                </a:solidFill>
                <a:latin typeface="Apple SD Gothic Neo"/>
                <a:ea typeface="Apple SD Gothic Neo"/>
                <a:cs typeface="Apple SD Gothic Neo"/>
              </a:rPr>
              <a:t>Hooks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378AB-5F1E-4E95-A0CA-9058D415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2057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멈추거나 막아야 하는 순간</a:t>
            </a:r>
          </a:p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예: open todo 남으면 follow-up, unsafe shell deny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D3183-1DDF-47CE-A14C-56CCB2F1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57400"/>
            <a:ext cx="2381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5FA97-C57C-4726-AE83-AFD18931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574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DA1D44-9F99-40D4-B6EC-87287421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37C00-5E9F-4064-B401-6484BB81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2057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stage owner 분리</a:t>
            </a:r>
          </a:p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예: /tb-gen은 scoreboard, /sim은 evidence 담당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82A03-49F8-4607-A91C-97E7F1FC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세미나에서는 공식 기능 설명을 길게 하지 않고, MCTP 예시에서 각 표면이 어떤 실수를 줄이는지만 보여줍니다.</a:t>
            </a:r>
          </a:p>
        </p:txBody>
      </p:sp>
    </p:spTree>
    <p:extLst>
      <p:ext uri="{BB962C8B-B14F-4D97-AF65-F5344CB8AC3E}">
        <p14:creationId xmlns:p14="http://schemas.microsoft.com/office/powerpoint/2010/main" val="7297292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527B8-6523-4C7A-9A5E-FF3E65AF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B139496-9CE1-4CA4-84E0-026EED57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A4F19E-1BDE-4D6C-9A71-189B2883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RULES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BD948-76C8-4E62-8CFA-739350D6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Rules는 MCTP 작업 중 기본 습관을 계속 상기시킵니다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F97D5-4E00-4BA8-8DB2-9E5120B2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B456A-CA1F-4FE0-B0E1-F9947DE1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.cursor/rules/30-hardware-workflow.mdc; 80-todo-evidence.mdc; 85-rocev-todo-loop.mdc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115DC-5C44-444C-9E0C-42455D61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E75EC-28E8-45C4-832A-BD1FF1C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0312B-727B-46C4-B661-19B69E81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Cursor rule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B7899-C7A1-4B2A-AE1C-8EB8E7DB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FA973-2D9A-472A-996B-29C03188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662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MCTP 예시에서 하는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F650C-5C9C-4151-B704-3ABBE3E2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E77C3-DE9B-4DF5-AC44-04121BE7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320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.cursor/rules/30-hardware-workflow.mdc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BD2D-EB93-4C3C-9E9D-592DEDAD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55D18-8BED-44D4-B898-C2B29C3A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662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yaml/&lt;ip&gt;.ssot.yaml + req/&lt;ip&gt;_requirements.md를 contract로 보고, sim output을 head/tail/grep로 자르지 말라고 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42D13-AE91-4F13-AF38-2990569A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109B1-7369-4663-BD6B-BC4577E8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20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.cursor/rules/80-todo-evidence.mdc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3CBAC-F121-4ED7-958E-8CA237BF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F735B-C984-4123-B570-21BCC5EE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09900"/>
            <a:ext cx="662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todo는 장식이 아니라 evidence contract. 완료 전에 fresh validator/log/JSON이 필요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85002-1696-4908-A07E-5A58FE58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18F3C8-4CB2-490B-8415-9E93EF7B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320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.cursor/rules/85-rocev-todo-loop.mdc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E6FB3-DEDA-443F-AF0F-E576102D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606AB-6230-4FA9-8542-96CA64DD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90950"/>
            <a:ext cx="662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full chain은 rocev-chain 또는 /rocev-chain. current_todos.json을 stop hook이 읽음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7EE5D-7DAE-431A-91FC-5C7E2281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00625"/>
            <a:ext cx="8343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4FA9D-E823-4741-A9F4-07C6650B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33975"/>
            <a:ext cx="803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globs: "**/rtl/**, **/yaml/**, **/tb/**, **/sim/**, **/req/**"</a:t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alwaysApply: true  # 80/85 rules</a:t>
            </a:r>
          </a:p>
        </p:txBody>
      </p:sp>
    </p:spTree>
    <p:extLst>
      <p:ext uri="{BB962C8B-B14F-4D97-AF65-F5344CB8AC3E}">
        <p14:creationId xmlns:p14="http://schemas.microsoft.com/office/powerpoint/2010/main" val="8569143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C2FB9E-7D25-4982-B960-D6CFEDBF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BEC2429-8CCA-4FFD-88CF-CC5F2B6D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4EF319B-9632-49E7-AD55-31AA0A4C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SKILL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ED236-A6D7-4C52-9906-E4CFC29F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Skill은 발표자가 따라갈 수 있는 실행 순서를 제공합니다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DB8B2-D3F5-4D1C-BC2A-505CF8E3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2AFE4-F713-4FFB-9C29-269481EA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.cursor/skills/rocev-chain/SKILL.md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D442E-A259-43FC-8A67-041BE6FA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8BCC8-CA13-4A40-8015-77B05F87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766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46667-AE1F-4783-B778-3B137D8E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req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FCDDB-2CFB-48B5-8793-4B85D634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emit -&gt; review</a:t>
            </a:r>
          </a:p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-&gt; lock -&gt;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64C74-33D2-4778-8E49-F5DC41C7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CC64E-3195-4E3F-AA93-003A4A3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779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45C0F-2D60-408A-9B49-E86FA388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431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rtl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72472-C18C-4A7C-8971-A4B534C1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479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rtl_to_signoff</a:t>
            </a:r>
          </a:p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ssot-rtl -&gt; lint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C977F-0B0B-412E-BF2E-D201B1D1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145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49321-B775-4913-88D6-1FE18439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E8FE1-B404-4A16-AC4B-D36551BB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tb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43C0E-D2EC-48B0-A685-D793C792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ssot-tb-cocotb</a:t>
            </a:r>
          </a:p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scoreboard goals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231FF-C49C-4C49-BE93-0F906B9B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F8B1D-F636-4B63-B8BE-E9FCAE53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D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09B8F-615C-431F-8B77-8E3EC0CD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431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sim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E079D-BFD3-41EE-9D5D-A5B2CA9D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test_runner</a:t>
            </a:r>
          </a:p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stage_gate +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CE4B5-C220-4F8F-AB51-D364FBA3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382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23677-1752-42A4-9C83-B3AF63CC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1007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IP=mctp_assembler_scratch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.cursor/workflow/req-gen/scripts/emit_requirements_from_ssot.py $IP --root .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.cursor/skills/rtl-to-signoff/scripts/rtl_to_signoff.py $IP --root . --profile dv --execute --from-stage ssot-rtl --until lint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.cursor/skills/rtl-to-signoff/scripts/rtl_to_signoff.py $IP --root . --profile dv --execute --from-stage ssot-tb-cocotb --until ssot-tb-cocotb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python3 $IP/tb/cocotb/test_runner.py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E2E9E-111A-455F-B141-D498DBB2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이게 Cursor의 ‘마법’은 아니고, 반복 실행 순서를 skill로 접어둔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9678682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2EAD7C-C1A3-4884-A4AB-9E1D8379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C9FB36-84A6-4FD5-8C94-08CEF900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BF44288-8633-4784-8E88-541E596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HOOKS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D6A01-8E65-42E1-A88B-9568282B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Hooks는 작은 나쁜 습관을 workflow 바깥에서 잡습니다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2D976-94BF-44AB-AB44-75FB7E11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317F9-DD7D-454B-954C-D6FAAEDE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.cursor/hooks.json; .cursor/hooks/guard-shell.py; .cursor/hooks/stop-todo-loop.py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28DEC-971F-4343-A969-31E934A7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97235-5CE8-48B8-9E8A-03435C68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9BD6F-32A1-4CE2-BE09-3FCC81AC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464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"beforeShellExecution": [".cursor/hooks/guard-shell.py"],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"subagentStop": [".cursor/hooks/subagent-evidence-check.py"],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"stop": [".cursor/hooks/stop-todo-loop.py"]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3F377-0254-4BB0-92BF-A1729BED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FC18C-F304-4522-A74D-1B820FB4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7F800-974C-4205-AD4B-8A1A5424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4B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64B4B"/>
                </a:solidFill>
                <a:latin typeface="Apple SD Gothic Neo"/>
                <a:ea typeface="Apple SD Gothic Neo"/>
                <a:cs typeface="Apple SD Gothic Neo"/>
              </a:rPr>
              <a:t>guard-shell.py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D1937-197F-49E1-8AC1-01C31B7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4438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vvp/cocotb/run_sim.py output을 head/tail/grep로 자르면 deny. MCTP sim hang/fail을 숨기지 않게 함.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CDF52-AC61-4785-92A3-8F105DEE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C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50F75-5150-4713-8E42-7A07CE85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8A5D1-81E8-4254-AD0B-DEFF62A1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956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stop-todo-loop.py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B9B7D-FFE8-42AB-BD5E-705F1139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19500"/>
            <a:ext cx="4438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current_todos.json에 open todo가 남아 있으면 followup_message를 내고 세션을 다시 이어감.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5AA39-F412-4BD0-8064-C839F2D2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2D5D4-585C-40BE-AB5A-2638C28D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8EA4C-622F-46FC-9401-0B687A8C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subagent-evidence-check.py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D029A-A573-40C3-8294-CA494E93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530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stage owner가 증거 없이 “완료”라고 멈추는 흐름을 한 번 더 잡는 자리.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C7E15-C858-420A-84F3-C8AB4BBA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457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MCTP 예시에서는 특히 sim output truncate, 빈 evidence, todo premature done을 줄이는 데 쓰입니다.</a:t>
            </a:r>
          </a:p>
        </p:txBody>
      </p:sp>
    </p:spTree>
    <p:extLst>
      <p:ext uri="{BB962C8B-B14F-4D97-AF65-F5344CB8AC3E}">
        <p14:creationId xmlns:p14="http://schemas.microsoft.com/office/powerpoint/2010/main" val="19552724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914679-143C-4103-801D-F03FC86B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46E035A-CEC4-4069-A191-32A1B78D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F4D08F-A083-4BF5-848F-3C0D361A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AGENTS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ABE91-9D93-4302-9130-9B0EFE03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Agents는 역할을 나눠서 “어디를 고쳐야 하는지”를 덜 헷갈리게 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EF437-5225-4B51-AA14-59E95FBA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F427A-8255-4CE2-8882-3CF4FF78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.cursor/agents/rocev-chain.md; tb-gen.md; sim.md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40CB7-4086-4F0B-A239-93A704C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6BBA1-FC8E-4D60-873B-82B7097C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766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C2754-E640-40D2-B18A-BCC7FAE8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6859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/rocev-chain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CD083-FACD-418E-829D-637E88D2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stage order and gate citations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3707E-1051-43BE-968B-54F5CC02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57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299E9-69C8-4592-BAC5-0E2B7F4A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76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3C3C2-FF01-46C9-8CD6-782FD383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/req-gen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40ADF-439A-465D-B030-D66EE0EE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526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requirements + locked truth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54D5D-C8DF-46E1-B4EE-71D7B199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145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E62DE-CABF-4FB7-A1CA-68E39ABD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478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/rtl-gen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7C901-5417-481F-9792-1B69DD6E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526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RTL repair + lint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5E930-C724-4490-AE0A-F188E04F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779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4C29B-9822-4574-84D6-739C37C1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/tb-gen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6D032-847C-4CBC-945F-B9EA377D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scoreboard vs FunctionalModel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D31B2-9BE2-4F5F-BC5C-CE2CB358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D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6CAC8-FC94-47D5-BCAC-24DA5362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766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/sim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B4409-08E5-4F61-B56C-D417B430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814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results, logs, JSON/XML/VCD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66940-F737-4DDF-9BDC-F8CD9781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9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F558D-C09A-4536-972E-1BD2C013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3704B-EF5D-44ED-9AB0-0C3E3BA4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/tb-gen example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B5E59A-5AD4-4C80-A98A-B08D9D9C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281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Generated TB must compare RTL observations against FunctionalModel/equivalence goals. Fixed-IP template or mock PASS rows are not acceptable.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A807BE-714F-4FE9-B69A-042DECE4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7D457A-AE7E-4AE5-9CB3-CE65EE00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3282D6-04E5-43CF-9E6D-904BA9F4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909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/sim example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FD84D-E354-4C67-8ECE-A62633A0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14750"/>
            <a:ext cx="281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Do not truncate simulator output, and do not edit sim logs, JSON, XML, VCDs, or scoreboard rows to manufacture PASS.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6C2637-AE4E-4827-BAB9-07320EA7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이렇게 나누면 MCTP failure도 “TB 관측 누락인지, RTL 동작 문제인지, sim 증거 문제인지”를 분리해서 말할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0917541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927B08-DBC7-42E9-99E2-50920FAA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93A26E1-5414-441F-A9CC-C5E99D21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B8890C-1877-4936-9189-BE313E0F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DEMO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80B6F-7CE3-4130-AA9E-335E4C50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마무리는 8분짜리 예시 흐름으로 충분합니다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9EF56-7A22-4415-8B09-8EC3AC97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C0545-CA29-4E8A-8809-3ECFFF70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demo target: mctp_assembler_scratch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6A8C5-7612-4224-B3E2-43EDDE26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67CF8-041C-4BB2-B2B5-00D7F0B6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E0B9F-A01C-4F36-8CEF-1F017E68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0ED79-2819-49CE-9C60-87CC57C1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6764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86E60-7215-4697-956A-B7DDB8D6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71650"/>
            <a:ext cx="386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보여줄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D4222-097B-4A6D-BBF1-2960D565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764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48FDE-AC1E-4682-AD96-EBAAB5A5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71650"/>
            <a:ext cx="472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파일/명령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6C391-A9A3-4F29-806F-EEA2998A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1725E-4B6B-4BD6-88D0-640E46FB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B753E-14E0-47F4-9DAB-4A7F709E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764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982F8-C833-4AA8-A638-AD3DA9D3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71700"/>
            <a:ext cx="3867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요구 문장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0750C-FD35-42B8-9DAD-2E94D3A4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7645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CD2C1-70B4-489F-B666-CDF29CAB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71700"/>
            <a:ext cx="472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req/mctp_assembler_scratch_requirements.md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A9DF2-AEC9-49A8-ADBB-D3E958A8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ADC3E-8A03-4F4B-9961-5A4C04FE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46119-EDC6-4AC4-8C53-829256CF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908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E1E90-4A55-4459-8352-AAAB2318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86050"/>
            <a:ext cx="3867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OBL 하나 선택: SRAM no-hole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1AF624-68E8-428B-B608-138A51B7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908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0B5A8-F39D-4FD2-8258-0FBC4770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86050"/>
            <a:ext cx="472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SSOT FM_SRAM_PACK_WRITE + SC_UNALIGNED_SRAM_PACK_NO_HOLES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C09F36-668B-436E-95BB-2E059D2A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921289-9DDB-4D99-A752-7C0CC671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9E44E1-38DA-45AC-A682-E2970D9B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051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E5E24B-8DEB-4B99-A3C7-88F8B7F6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00400"/>
            <a:ext cx="3867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Cursor skill로 stage 순서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F0A31C-EC42-4B4D-A5F7-D55BB210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0515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1E96FD-D577-4CFF-B281-EEEE3378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472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.cursor/skills/rocev-chain/SKILL.md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F42BF6-F627-4441-9B4B-7642D5AE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9D178B-4342-4FDD-A62D-E998AC71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F9848E-0E3A-4ABD-B635-8CF010CC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195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44C527-03EE-467D-A6D1-90B46C3D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14750"/>
            <a:ext cx="3867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증거 파일 열기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747D95-EDB9-4469-B389-BBAC15BE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195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B05299-48BE-40A5-9526-38BFF65F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14750"/>
            <a:ext cx="472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sim_report, scenario_e2e_summary, simulation_quality, contract_v2_events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93C33E-65D3-4CFC-9020-499AB8F7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962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81FD53-CA0D-4197-B6D4-DB95638B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958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87D5A"/>
                </a:solidFill>
                <a:latin typeface="Apple SD Gothic Neo"/>
                <a:ea typeface="Apple SD Gothic Neo"/>
                <a:cs typeface="Apple SD Gothic Neo"/>
              </a:rPr>
              <a:t>26/26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2F2E05-1705-45BC-841E-55A3DE2F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9675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scenario closure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E6A68F-BB66-46B3-A584-E9851870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1962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ABD414-E916-43DF-B215-776B8E07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958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86 rows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EE1440-13FE-47B2-9E80-E814B5B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19675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observable evidence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4A618A-69F6-4E75-B0FB-72CD17E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1962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8041A8-2425-4349-B5FA-D98A6D8F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958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B7791F"/>
                </a:solidFill>
                <a:latin typeface="Apple SD Gothic Neo"/>
                <a:ea typeface="Apple SD Gothic Neo"/>
                <a:cs typeface="Apple SD Gothic Neo"/>
              </a:rPr>
              <a:t>17 bytes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66FF9C-D447-4E59-9323-0CDD295A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19675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contract_v2 APB payload count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7D151E-E0C8-4532-8735-570CCA19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C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281D41-B0F5-4217-BE60-D2B8609A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8C8F16-AD11-4557-9801-F903E2FC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1010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66D6"/>
                </a:solidFill>
                <a:latin typeface="Apple SD Gothic Neo"/>
                <a:ea typeface="Apple SD Gothic Neo"/>
                <a:cs typeface="Apple SD Gothic Neo"/>
              </a:rPr>
              <a:t>closing line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DEC6A2-AF8F-4307-A519-620528EA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33950"/>
            <a:ext cx="2533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033"/>
                </a:solidFill>
                <a:latin typeface="Apple SD Gothic Neo"/>
                <a:ea typeface="Apple SD Gothic Neo"/>
                <a:cs typeface="Apple SD Gothic Neo"/>
              </a:rPr>
              <a:t>Cursor는 실행 표면이고, 판단 기준은 ROCEV 파일입니다. 예시는 작게 보여주고, 같은 모양을 다른 IP에도 옮길 수 있게 합니다.</a:t>
            </a:r>
          </a:p>
        </p:txBody>
      </p:sp>
    </p:spTree>
    <p:extLst>
      <p:ext uri="{BB962C8B-B14F-4D97-AF65-F5344CB8AC3E}">
        <p14:creationId xmlns:p14="http://schemas.microsoft.com/office/powerpoint/2010/main" val="1808307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2026-06-11T10:07:55.2080000Z</dcterms:created>
  <dcterms:modified xsi:type="dcterms:W3CDTF">2026-06-11T10:07:55.2080000Z</dcterms:modified>
</coreProperties>
</file>