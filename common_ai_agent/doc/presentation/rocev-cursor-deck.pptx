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 훅. AI 에이전트에게 RTL을 맡겼더니 "다 됐습니다 ✅" — 그런데 열어보니
시뮬레이션이 한 번도 제대로 안 돈 거였다. 오늘은 이 '조용한 거짓말'을
어떻게 구조적으로 불가능하게 만들었는지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모델의 자신감은 증거가 아니다. 이게 출발점의 통증.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어느 한 단계에서 가짜로 넘어가면 하류 전체가 거짓이 된다. 그래서 단계마다
진짜 게이트가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해법의 출발점은 단순하다. '완료'의 정의를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다섯 단계가 척추. 각 칸이 기계가 읽을 수 있게 정의돼 있고, 마지막 V가 게이트.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ROCEV를 하드웨어에 입히면 네 단계. 핵심은 각 단계가 자기 척추를 닫아야 다음이 열린다는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칸마다 무엇을 닫아야 하는지가 기계가 읽을 수 있게 정의돼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rocev-chain은 오케스트레이션만. 진행 주장마다 게이트 출력을 인용한다.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핵심. 룰·훅·게이트가 어떻게 가짜 통과를 불가능하게 만드는가.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룰은 유도만 한다. 진짜 강제는 hooks와 gates. 이걸 분리해서 이해하는 게 중요.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에이전트가 todo를 외부 파일에 쓰고, stop 훅이 그 파일을 읽어 열린 게 있으면
재투입한다. 증거를 붙여 닫아야만 끝난다.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TB가 RTL을 무엇과 비교하나? SSOT에서 자동 파생된 실행가능 모델이 골든 오라클.
contract 기반으로 작성해도 모델은 공짜로 따라온다.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컨텍스트 낭비를 의도적으로 막은 설계. glob이 정밀해서 RTL 작업엔 RTL 룰만.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정교한 glob 덕에 관련 작업에만 관련 룰이 붙는다.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모든 규율을 폴더 하나에 담았다. 자족형 전달본.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폴더가 권위 모델의 한 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req→rtl→tb→sim 데모엔 EDA나 orchestrator가 필요 없다. 경로 밖을 들어냈다.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막 지우면 깨진다. 핵심 발견은 엔진이 매니페스트로 subprocess 호출한다는 것.
그래서 안전하게 드롭 가능했고 스모크로 검증했다.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없는 IP엔 정직한 FAIL. 진짜 IP로 닫아야 PASS. 가짜로는 절대 못 넘긴다.
사전 녹화 클립을 백업으로 준비할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회수. 한 문장으로 끝낸다.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 백업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신뢰할 수 있는 AI 하드웨어 개발 — ROCEV &amp; .cursor</dc:title>
  <dc:subject>AI 에이전트가 만든 RTL을 진짜로 믿게 만드는 법</dc:subject>
  <dc:creator>Created by Marp</dc:creator>
  <cp:lastModifiedBy>Created by Marp</cp:lastModifiedBy>
  <cp:revision>1</cp:revision>
  <dcterms:created xsi:type="dcterms:W3CDTF">2026-06-11T07:54:46Z</dcterms:created>
  <dcterms:modified xsi:type="dcterms:W3CDTF">2026-06-11T07:54:46Z</dcterms:modified>
</cp:coreProperties>
</file>