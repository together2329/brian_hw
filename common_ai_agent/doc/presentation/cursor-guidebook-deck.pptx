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슬림 .cursor 팩의 실제 규율을 한 권으로. 개념이 아니라 "무엇이 들어있고 각각 뭘 하나".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rules는 유도, hooks는 강제, agents는 오너, skills는 절차. 네 축이 한 목적에 봉사한다.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항상 켜지는 건 정체성·증거·ROCEV 3개. 하드웨어/산출물/signoff 세부는 해당 파일 건드릴 때만.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hooks가 진짜 강제다. 증거 흔적(PASS/FAIL/rc/results.xml) 없으면 subagent도 멈출 수 없고,
HDL 출력을 truncate하는 파이프는 아예 deny.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각 단계 오너가 자기 폴더를 소유하고, 모두 증거 의무를 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skills는 따라 읽는 레시피. rocev-chain이 req→rtl→tb→sim의 운영 매뉴얼.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rules/skills/agents/hooks가 ROCEV 척추 위에서 어떻게 맞물리는지.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축을 관통하는 한 줄. 모든 rule·hook·agent가 이걸 강제한다.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실전에서 바로 쓰는 명령 모음. KNOWN_TRAPS 보정 반영.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백업: 실전 함정. rocev-chain/KNOWN_TRAPS.md 전체 참조.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.cursor 가이드북 — rules · skills · hooks · agents</dc:title>
  <dc:subject>슬림 .cursor 팩의 실제 규율 컴팩트 레퍼런스</dc:subject>
  <dc:creator>Created by Marp</dc:creator>
  <cp:lastModifiedBy>Created by Marp</cp:lastModifiedBy>
  <cp:revision>1</cp:revision>
  <dcterms:created xsi:type="dcterms:W3CDTF">2026-06-11T08:29:27Z</dcterms:created>
  <dcterms:modified xsi:type="dcterms:W3CDTF">2026-06-11T08:29:27Z</dcterms:modified>
</cp:coreProperties>
</file>